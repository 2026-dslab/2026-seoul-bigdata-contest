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5" r:id="rId2"/>
    <p:sldId id="266" r:id="rId3"/>
    <p:sldId id="270" r:id="rId4"/>
    <p:sldId id="269" r:id="rId5"/>
    <p:sldId id="267" r:id="rId6"/>
    <p:sldId id="26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A0CB"/>
    <a:srgbClr val="FFF8EF"/>
    <a:srgbClr val="EBFFF5"/>
    <a:srgbClr val="ECEBFF"/>
    <a:srgbClr val="D4D2FE"/>
    <a:srgbClr val="FFF3E5"/>
    <a:srgbClr val="FFE5C9"/>
    <a:srgbClr val="FBFFF7"/>
    <a:srgbClr val="FEE2E2"/>
    <a:srgbClr val="ACC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8" autoAdjust="0"/>
  </p:normalViewPr>
  <p:slideViewPr>
    <p:cSldViewPr snapToGrid="0">
      <p:cViewPr varScale="1">
        <p:scale>
          <a:sx n="74" d="100"/>
          <a:sy n="74" d="100"/>
        </p:scale>
        <p:origin x="702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7E46F-B36E-448D-82D2-486DFE961E5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E9D14-385B-41A2-965B-658AACE65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0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C1BD8-D3B0-4FA8-996A-A69A4AF7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DE1A5-3920-49F7-AC27-44DC6807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49E0C1-EFFC-4EF6-B13C-607E6CC7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CAEA4-32B3-4B52-9FD1-17C49126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3605F-BF0B-4DA6-B413-16BC8108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0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9C818-B8B6-4329-A5A3-98991D0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3B36D-4F86-4DF3-9451-CFDF2F8F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D594-2330-43E3-9240-B5E89D54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CE391-BB84-4DB6-8253-A462CCAB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BE29-6FE7-4990-BCFE-C45A68ED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A203E-B311-4F5D-B7CA-3704D0F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71001-1C4D-4536-9EF1-63FB42AF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5BE52-6B39-44F5-944C-383FE74C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008FA-EBE0-40E2-B2B3-5084E098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EB1B4-9E88-492D-B0D9-3F4D39FA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6369E-2A9E-4137-8D9D-55128B10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A234D-F8EB-4E6F-BA19-E3EAB9A2A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692ED-800B-4171-A803-D894A2258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E580D-007D-4E2F-A72F-3797F46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E7018-856C-48B6-8FCD-3BE0AE4F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E32B3B-2A61-434F-8268-D28743E3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01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93D98-3693-402B-B2B9-549A3476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F415E-2EBA-4BE2-BDD4-031FECC78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38A6C4-3B19-4DDD-A896-99A9F956D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E54ACD-FD57-4FB3-AE0C-F52A4DEDA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830E84-7E35-4681-8C61-AC4EEEF0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C0ABDC-F3F3-4017-811A-F18D5650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B1A38-15E4-452B-A15C-82CB1DFC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C07C97-88A9-4D98-848F-662DB353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12149-45D7-42C8-A653-20EFB1B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5F860-88C6-457F-85AD-21701920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0AEDBE-90FB-4C30-906F-4658EBE1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38AEA-4B33-4E67-8B71-8084530B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72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32F29D-00D2-4431-80FC-234CDD7B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D49235-B6FF-49F1-9C0D-5AEED9AE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D80AD-D159-4523-9088-04A84767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4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C416-056F-4909-B7B8-0D008452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4B75A-A3DD-4E24-A83D-36D70564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C143FB-C3C1-4CE2-8311-F0BAFA3A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702CC-82A5-49A5-AAB5-2E37C79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BC999-B2E7-4395-BBAB-BE26BC17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6779D-919F-49A0-BC3A-D4EA551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80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8157A-46F0-46DA-B984-08F4C9D5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04EF59-AAD5-4AAB-A9CF-C6D836B8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44DD30-E4A3-4FC7-B03A-C5BFAD746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4A2684-078F-4DB8-9801-8A00D069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EB7945-BC62-4ECE-8446-C891EA91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C1D1F-A9BC-4260-A2E0-E0C50B5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03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348BA-241C-4DE7-99D6-5706BB7B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95844-E198-4CC4-AE9D-8556B1CE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4EE95-3B1C-4A38-AF84-8EE5CA56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71D2D-0D9E-4E55-B076-6FFF79EC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13991-5154-4568-869D-B1B0E284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3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6E1DA-E622-4D58-8CE1-2AA51A60B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2441C7-29D9-43F0-A0CD-8932A0A7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4A368-39BD-407C-B8FA-E7DCC805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6EC99-141C-4F55-A780-6DE04BBC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95C99-AA86-4B84-ABCB-6770FD34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2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525EE2-88E5-4037-A515-750E07D9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5D4255-1582-4FA5-B9B9-B59DE854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A7E36-3D81-49AA-B9B9-3ECDC178B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7197-8235-4E7A-BCE4-33C09BF0AC50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A4FB0-D075-4395-AD35-ADEB93002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792CE-7935-4C32-84C8-9BE41F61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63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66" Type="http://schemas.openxmlformats.org/officeDocument/2006/relationships/image" Target="../media/image65.png"/><Relationship Id="rId5" Type="http://schemas.openxmlformats.org/officeDocument/2006/relationships/image" Target="../media/image4.png"/><Relationship Id="rId61" Type="http://schemas.openxmlformats.org/officeDocument/2006/relationships/image" Target="../media/image60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55" Type="http://schemas.openxmlformats.org/officeDocument/2006/relationships/image" Target="../media/image66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3" Type="http://schemas.openxmlformats.org/officeDocument/2006/relationships/image" Target="../media/image54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56" Type="http://schemas.openxmlformats.org/officeDocument/2006/relationships/image" Target="../media/image67.png"/><Relationship Id="rId8" Type="http://schemas.openxmlformats.org/officeDocument/2006/relationships/image" Target="../media/image9.png"/><Relationship Id="rId51" Type="http://schemas.openxmlformats.org/officeDocument/2006/relationships/image" Target="../media/image52.png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54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55" Type="http://schemas.openxmlformats.org/officeDocument/2006/relationships/image" Target="../media/image66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3" Type="http://schemas.openxmlformats.org/officeDocument/2006/relationships/image" Target="../media/image54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56" Type="http://schemas.openxmlformats.org/officeDocument/2006/relationships/image" Target="../media/image67.png"/><Relationship Id="rId8" Type="http://schemas.openxmlformats.org/officeDocument/2006/relationships/image" Target="../media/image9.png"/><Relationship Id="rId51" Type="http://schemas.openxmlformats.org/officeDocument/2006/relationships/image" Target="../media/image52.png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54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55.png"/><Relationship Id="rId3" Type="http://schemas.openxmlformats.org/officeDocument/2006/relationships/image" Target="../media/image65.png"/><Relationship Id="rId7" Type="http://schemas.openxmlformats.org/officeDocument/2006/relationships/image" Target="../media/image60.png"/><Relationship Id="rId12" Type="http://schemas.openxmlformats.org/officeDocument/2006/relationships/image" Target="../media/image54.png"/><Relationship Id="rId17" Type="http://schemas.openxmlformats.org/officeDocument/2006/relationships/image" Target="../media/image62.png"/><Relationship Id="rId2" Type="http://schemas.openxmlformats.org/officeDocument/2006/relationships/image" Target="../media/image61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53.png"/><Relationship Id="rId5" Type="http://schemas.openxmlformats.org/officeDocument/2006/relationships/image" Target="../media/image64.png"/><Relationship Id="rId15" Type="http://schemas.openxmlformats.org/officeDocument/2006/relationships/image" Target="../media/image70.png"/><Relationship Id="rId10" Type="http://schemas.openxmlformats.org/officeDocument/2006/relationships/image" Target="../media/image59.png"/><Relationship Id="rId4" Type="http://schemas.openxmlformats.org/officeDocument/2006/relationships/image" Target="../media/image67.png"/><Relationship Id="rId9" Type="http://schemas.openxmlformats.org/officeDocument/2006/relationships/image" Target="../media/image63.png"/><Relationship Id="rId1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71.png"/><Relationship Id="rId18" Type="http://schemas.openxmlformats.org/officeDocument/2006/relationships/image" Target="../media/image73.png"/><Relationship Id="rId3" Type="http://schemas.openxmlformats.org/officeDocument/2006/relationships/image" Target="../media/image60.png"/><Relationship Id="rId7" Type="http://schemas.openxmlformats.org/officeDocument/2006/relationships/image" Target="../media/image53.png"/><Relationship Id="rId12" Type="http://schemas.openxmlformats.org/officeDocument/2006/relationships/image" Target="../media/image70.png"/><Relationship Id="rId17" Type="http://schemas.openxmlformats.org/officeDocument/2006/relationships/image" Target="../media/image72.png"/><Relationship Id="rId2" Type="http://schemas.openxmlformats.org/officeDocument/2006/relationships/image" Target="../media/image59.png"/><Relationship Id="rId16" Type="http://schemas.openxmlformats.org/officeDocument/2006/relationships/image" Target="../media/image68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56.png"/><Relationship Id="rId5" Type="http://schemas.openxmlformats.org/officeDocument/2006/relationships/image" Target="../media/image61.png"/><Relationship Id="rId15" Type="http://schemas.openxmlformats.org/officeDocument/2006/relationships/image" Target="../media/image69.png"/><Relationship Id="rId10" Type="http://schemas.openxmlformats.org/officeDocument/2006/relationships/image" Target="../media/image67.png"/><Relationship Id="rId19" Type="http://schemas.openxmlformats.org/officeDocument/2006/relationships/image" Target="../media/image58.png"/><Relationship Id="rId4" Type="http://schemas.openxmlformats.org/officeDocument/2006/relationships/image" Target="../media/image63.png"/><Relationship Id="rId9" Type="http://schemas.openxmlformats.org/officeDocument/2006/relationships/image" Target="../media/image55.png"/><Relationship Id="rId14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2.png"/><Relationship Id="rId3" Type="http://schemas.openxmlformats.org/officeDocument/2006/relationships/image" Target="../media/image60.png"/><Relationship Id="rId7" Type="http://schemas.openxmlformats.org/officeDocument/2006/relationships/image" Target="../media/image54.png"/><Relationship Id="rId12" Type="http://schemas.openxmlformats.org/officeDocument/2006/relationships/image" Target="../media/image71.png"/><Relationship Id="rId17" Type="http://schemas.openxmlformats.org/officeDocument/2006/relationships/image" Target="../media/image68.png"/><Relationship Id="rId2" Type="http://schemas.openxmlformats.org/officeDocument/2006/relationships/image" Target="../media/image59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70.png"/><Relationship Id="rId5" Type="http://schemas.openxmlformats.org/officeDocument/2006/relationships/image" Target="../media/image61.png"/><Relationship Id="rId15" Type="http://schemas.openxmlformats.org/officeDocument/2006/relationships/image" Target="../media/image65.png"/><Relationship Id="rId10" Type="http://schemas.openxmlformats.org/officeDocument/2006/relationships/image" Target="../media/image56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Relationship Id="rId1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F54411D-6BA1-48C9-B8F1-93665104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624" y="3522379"/>
            <a:ext cx="343383" cy="3271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0975C3F-4A39-46CD-9F64-1161E05D3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329" y="3511898"/>
            <a:ext cx="348147" cy="34814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417C4A6-03D1-417A-BBDC-A5A443DCC93B}"/>
              </a:ext>
            </a:extLst>
          </p:cNvPr>
          <p:cNvGrpSpPr/>
          <p:nvPr/>
        </p:nvGrpSpPr>
        <p:grpSpPr>
          <a:xfrm>
            <a:off x="202130" y="3102765"/>
            <a:ext cx="826368" cy="702304"/>
            <a:chOff x="711540" y="3239765"/>
            <a:chExt cx="2101977" cy="1950738"/>
          </a:xfrm>
        </p:grpSpPr>
        <p:pic>
          <p:nvPicPr>
            <p:cNvPr id="161" name="Image 177" descr="preencoded.png">
              <a:extLst>
                <a:ext uri="{FF2B5EF4-FFF2-40B4-BE49-F238E27FC236}">
                  <a16:creationId xmlns:a16="http://schemas.microsoft.com/office/drawing/2014/main" id="{D3C40A50-9908-4916-92AB-B1BCD933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496" y="3242985"/>
              <a:ext cx="2010217" cy="1835774"/>
            </a:xfrm>
            <a:prstGeom prst="rect">
              <a:avLst/>
            </a:prstGeom>
          </p:spPr>
        </p:pic>
        <p:pic>
          <p:nvPicPr>
            <p:cNvPr id="70" name="Image 125" descr="preencoded.png">
              <a:extLst>
                <a:ext uri="{FF2B5EF4-FFF2-40B4-BE49-F238E27FC236}">
                  <a16:creationId xmlns:a16="http://schemas.microsoft.com/office/drawing/2014/main" id="{5B0302EB-ADD6-45F2-9AE0-6C12E1D37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1623" y="3239765"/>
              <a:ext cx="465174" cy="564854"/>
            </a:xfrm>
            <a:prstGeom prst="rect">
              <a:avLst/>
            </a:prstGeom>
          </p:spPr>
        </p:pic>
        <p:pic>
          <p:nvPicPr>
            <p:cNvPr id="74" name="Image 126" descr="preencoded.png">
              <a:extLst>
                <a:ext uri="{FF2B5EF4-FFF2-40B4-BE49-F238E27FC236}">
                  <a16:creationId xmlns:a16="http://schemas.microsoft.com/office/drawing/2014/main" id="{BFA429C7-79C6-4D98-A26E-75C0A83B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17792" y="5006427"/>
              <a:ext cx="49840" cy="74759"/>
            </a:xfrm>
            <a:prstGeom prst="rect">
              <a:avLst/>
            </a:prstGeom>
          </p:spPr>
        </p:pic>
        <p:pic>
          <p:nvPicPr>
            <p:cNvPr id="76" name="Image 127" descr="preencoded.png">
              <a:extLst>
                <a:ext uri="{FF2B5EF4-FFF2-40B4-BE49-F238E27FC236}">
                  <a16:creationId xmlns:a16="http://schemas.microsoft.com/office/drawing/2014/main" id="{B1F9BC49-F26B-4651-8A8C-1E73F1B47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81988" y="4724831"/>
              <a:ext cx="49840" cy="299040"/>
            </a:xfrm>
            <a:prstGeom prst="rect">
              <a:avLst/>
            </a:prstGeom>
          </p:spPr>
        </p:pic>
        <p:pic>
          <p:nvPicPr>
            <p:cNvPr id="77" name="Image 128" descr="preencoded.png">
              <a:extLst>
                <a:ext uri="{FF2B5EF4-FFF2-40B4-BE49-F238E27FC236}">
                  <a16:creationId xmlns:a16="http://schemas.microsoft.com/office/drawing/2014/main" id="{7B12F606-18BE-405F-A7CF-65006A74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5533" y="3373586"/>
              <a:ext cx="1320762" cy="1370599"/>
            </a:xfrm>
            <a:prstGeom prst="rect">
              <a:avLst/>
            </a:prstGeom>
          </p:spPr>
        </p:pic>
        <p:pic>
          <p:nvPicPr>
            <p:cNvPr id="78" name="Image 129" descr="preencoded.png">
              <a:extLst>
                <a:ext uri="{FF2B5EF4-FFF2-40B4-BE49-F238E27FC236}">
                  <a16:creationId xmlns:a16="http://schemas.microsoft.com/office/drawing/2014/main" id="{4C6DA928-FCAA-44BA-A8EC-6DA1EE8C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32354" y="4542969"/>
              <a:ext cx="232587" cy="199360"/>
            </a:xfrm>
            <a:prstGeom prst="rect">
              <a:avLst/>
            </a:prstGeom>
          </p:spPr>
        </p:pic>
        <p:pic>
          <p:nvPicPr>
            <p:cNvPr id="79" name="Image 130" descr="preencoded.png">
              <a:extLst>
                <a:ext uri="{FF2B5EF4-FFF2-40B4-BE49-F238E27FC236}">
                  <a16:creationId xmlns:a16="http://schemas.microsoft.com/office/drawing/2014/main" id="{23553249-CAF1-4F91-9318-68E44551F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72490" y="4726409"/>
              <a:ext cx="315654" cy="16614"/>
            </a:xfrm>
            <a:prstGeom prst="rect">
              <a:avLst/>
            </a:prstGeom>
          </p:spPr>
        </p:pic>
        <p:pic>
          <p:nvPicPr>
            <p:cNvPr id="80" name="Image 131" descr="preencoded.png">
              <a:extLst>
                <a:ext uri="{FF2B5EF4-FFF2-40B4-BE49-F238E27FC236}">
                  <a16:creationId xmlns:a16="http://schemas.microsoft.com/office/drawing/2014/main" id="{16D13EEA-B4CA-4DEA-B9C6-22E32708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2471" y="4394309"/>
              <a:ext cx="564854" cy="348880"/>
            </a:xfrm>
            <a:prstGeom prst="rect">
              <a:avLst/>
            </a:prstGeom>
          </p:spPr>
        </p:pic>
        <p:pic>
          <p:nvPicPr>
            <p:cNvPr id="81" name="Image 132" descr="preencoded.png">
              <a:extLst>
                <a:ext uri="{FF2B5EF4-FFF2-40B4-BE49-F238E27FC236}">
                  <a16:creationId xmlns:a16="http://schemas.microsoft.com/office/drawing/2014/main" id="{5FE004F3-0BA1-4AA9-B0D2-784BEB832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2921" y="3760926"/>
              <a:ext cx="16614" cy="647920"/>
            </a:xfrm>
            <a:prstGeom prst="rect">
              <a:avLst/>
            </a:prstGeom>
          </p:spPr>
        </p:pic>
        <p:pic>
          <p:nvPicPr>
            <p:cNvPr id="87" name="Image 133" descr="preencoded.png">
              <a:extLst>
                <a:ext uri="{FF2B5EF4-FFF2-40B4-BE49-F238E27FC236}">
                  <a16:creationId xmlns:a16="http://schemas.microsoft.com/office/drawing/2014/main" id="{8885FCCD-1709-478F-858A-A3B9E8625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1540" y="4376955"/>
              <a:ext cx="24919" cy="33228"/>
            </a:xfrm>
            <a:prstGeom prst="rect">
              <a:avLst/>
            </a:prstGeom>
          </p:spPr>
        </p:pic>
        <p:pic>
          <p:nvPicPr>
            <p:cNvPr id="89" name="Image 134" descr="preencoded.png">
              <a:extLst>
                <a:ext uri="{FF2B5EF4-FFF2-40B4-BE49-F238E27FC236}">
                  <a16:creationId xmlns:a16="http://schemas.microsoft.com/office/drawing/2014/main" id="{633F37C7-73FB-4297-882E-52799F58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57940" y="3250730"/>
              <a:ext cx="1221082" cy="1885613"/>
            </a:xfrm>
            <a:prstGeom prst="rect">
              <a:avLst/>
            </a:prstGeom>
          </p:spPr>
        </p:pic>
        <p:pic>
          <p:nvPicPr>
            <p:cNvPr id="90" name="Image 135" descr="preencoded.png">
              <a:extLst>
                <a:ext uri="{FF2B5EF4-FFF2-40B4-BE49-F238E27FC236}">
                  <a16:creationId xmlns:a16="http://schemas.microsoft.com/office/drawing/2014/main" id="{632F1989-8432-4326-BD02-A55B1AA9F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50296" y="4243642"/>
              <a:ext cx="647921" cy="689453"/>
            </a:xfrm>
            <a:prstGeom prst="rect">
              <a:avLst/>
            </a:prstGeom>
          </p:spPr>
        </p:pic>
        <p:pic>
          <p:nvPicPr>
            <p:cNvPr id="92" name="Image 136" descr="preencoded.png">
              <a:extLst>
                <a:ext uri="{FF2B5EF4-FFF2-40B4-BE49-F238E27FC236}">
                  <a16:creationId xmlns:a16="http://schemas.microsoft.com/office/drawing/2014/main" id="{28340877-C637-477D-9841-C612758E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681262" y="4531098"/>
              <a:ext cx="33227" cy="33228"/>
            </a:xfrm>
            <a:prstGeom prst="rect">
              <a:avLst/>
            </a:prstGeom>
          </p:spPr>
        </p:pic>
        <p:pic>
          <p:nvPicPr>
            <p:cNvPr id="93" name="Image 137" descr="preencoded.png">
              <a:extLst>
                <a:ext uri="{FF2B5EF4-FFF2-40B4-BE49-F238E27FC236}">
                  <a16:creationId xmlns:a16="http://schemas.microsoft.com/office/drawing/2014/main" id="{1ACF3A6A-977E-47C7-BB97-7307C53F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616636" y="4311326"/>
              <a:ext cx="24919" cy="49840"/>
            </a:xfrm>
            <a:prstGeom prst="rect">
              <a:avLst/>
            </a:prstGeom>
          </p:spPr>
        </p:pic>
        <p:pic>
          <p:nvPicPr>
            <p:cNvPr id="94" name="Image 138" descr="preencoded.png">
              <a:extLst>
                <a:ext uri="{FF2B5EF4-FFF2-40B4-BE49-F238E27FC236}">
                  <a16:creationId xmlns:a16="http://schemas.microsoft.com/office/drawing/2014/main" id="{0284BFA7-1382-4A37-9E70-0CC01FF3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06579" y="3373588"/>
              <a:ext cx="1295843" cy="1187853"/>
            </a:xfrm>
            <a:prstGeom prst="rect">
              <a:avLst/>
            </a:prstGeom>
          </p:spPr>
        </p:pic>
        <p:pic>
          <p:nvPicPr>
            <p:cNvPr id="95" name="Image 139" descr="preencoded.png">
              <a:extLst>
                <a:ext uri="{FF2B5EF4-FFF2-40B4-BE49-F238E27FC236}">
                  <a16:creationId xmlns:a16="http://schemas.microsoft.com/office/drawing/2014/main" id="{A5A8E798-DF16-4EC6-B4E3-4AE2E9AE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69571" y="4531536"/>
              <a:ext cx="58146" cy="24919"/>
            </a:xfrm>
            <a:prstGeom prst="rect">
              <a:avLst/>
            </a:prstGeom>
          </p:spPr>
        </p:pic>
        <p:pic>
          <p:nvPicPr>
            <p:cNvPr id="97" name="Image 140" descr="preencoded.png">
              <a:extLst>
                <a:ext uri="{FF2B5EF4-FFF2-40B4-BE49-F238E27FC236}">
                  <a16:creationId xmlns:a16="http://schemas.microsoft.com/office/drawing/2014/main" id="{BBD39C63-BB15-4D1F-8399-B24AEFF4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931125" y="5115744"/>
              <a:ext cx="41534" cy="74759"/>
            </a:xfrm>
            <a:prstGeom prst="rect">
              <a:avLst/>
            </a:prstGeom>
          </p:spPr>
        </p:pic>
        <p:pic>
          <p:nvPicPr>
            <p:cNvPr id="98" name="Image 141" descr="preencoded.png">
              <a:extLst>
                <a:ext uri="{FF2B5EF4-FFF2-40B4-BE49-F238E27FC236}">
                  <a16:creationId xmlns:a16="http://schemas.microsoft.com/office/drawing/2014/main" id="{BADD0B08-E39A-4E2F-8AC7-E7E98BA1F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62909" y="4110887"/>
              <a:ext cx="1121402" cy="440253"/>
            </a:xfrm>
            <a:prstGeom prst="rect">
              <a:avLst/>
            </a:prstGeom>
          </p:spPr>
        </p:pic>
        <p:pic>
          <p:nvPicPr>
            <p:cNvPr id="99" name="Image 142" descr="preencoded.png">
              <a:extLst>
                <a:ext uri="{FF2B5EF4-FFF2-40B4-BE49-F238E27FC236}">
                  <a16:creationId xmlns:a16="http://schemas.microsoft.com/office/drawing/2014/main" id="{599B9C52-07B0-47CD-ADBC-5DE14893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6617" y="4124591"/>
              <a:ext cx="946961" cy="299040"/>
            </a:xfrm>
            <a:prstGeom prst="rect">
              <a:avLst/>
            </a:prstGeom>
          </p:spPr>
        </p:pic>
        <p:pic>
          <p:nvPicPr>
            <p:cNvPr id="100" name="Image 143" descr="preencoded.png">
              <a:extLst>
                <a:ext uri="{FF2B5EF4-FFF2-40B4-BE49-F238E27FC236}">
                  <a16:creationId xmlns:a16="http://schemas.microsoft.com/office/drawing/2014/main" id="{A6943B1B-497F-4E69-86B4-EC6AD387E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727861" y="4309735"/>
              <a:ext cx="41534" cy="58147"/>
            </a:xfrm>
            <a:prstGeom prst="rect">
              <a:avLst/>
            </a:prstGeom>
          </p:spPr>
        </p:pic>
        <p:pic>
          <p:nvPicPr>
            <p:cNvPr id="101" name="Image 144" descr="preencoded.png">
              <a:extLst>
                <a:ext uri="{FF2B5EF4-FFF2-40B4-BE49-F238E27FC236}">
                  <a16:creationId xmlns:a16="http://schemas.microsoft.com/office/drawing/2014/main" id="{F13F2558-7829-45C5-B9A8-AAC802047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12743" y="4229726"/>
              <a:ext cx="132907" cy="99681"/>
            </a:xfrm>
            <a:prstGeom prst="rect">
              <a:avLst/>
            </a:prstGeom>
          </p:spPr>
        </p:pic>
        <p:pic>
          <p:nvPicPr>
            <p:cNvPr id="102" name="Image 145" descr="preencoded.png">
              <a:extLst>
                <a:ext uri="{FF2B5EF4-FFF2-40B4-BE49-F238E27FC236}">
                  <a16:creationId xmlns:a16="http://schemas.microsoft.com/office/drawing/2014/main" id="{7AA41B57-C16F-448B-A2DA-87FE63A88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330636" y="4309499"/>
              <a:ext cx="315654" cy="58147"/>
            </a:xfrm>
            <a:prstGeom prst="rect">
              <a:avLst/>
            </a:prstGeom>
          </p:spPr>
        </p:pic>
        <p:pic>
          <p:nvPicPr>
            <p:cNvPr id="103" name="Image 146" descr="preencoded.png">
              <a:extLst>
                <a:ext uri="{FF2B5EF4-FFF2-40B4-BE49-F238E27FC236}">
                  <a16:creationId xmlns:a16="http://schemas.microsoft.com/office/drawing/2014/main" id="{C8A612EC-53CE-45B1-B1F7-83BDF65C6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628680" y="4348457"/>
              <a:ext cx="33227" cy="58147"/>
            </a:xfrm>
            <a:prstGeom prst="rect">
              <a:avLst/>
            </a:prstGeom>
          </p:spPr>
        </p:pic>
        <p:pic>
          <p:nvPicPr>
            <p:cNvPr id="104" name="Image 181" descr="preencoded.png">
              <a:extLst>
                <a:ext uri="{FF2B5EF4-FFF2-40B4-BE49-F238E27FC236}">
                  <a16:creationId xmlns:a16="http://schemas.microsoft.com/office/drawing/2014/main" id="{D1AD518B-EF0A-4355-88B8-FBA3208C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99687" y="3377741"/>
              <a:ext cx="1312456" cy="1179547"/>
            </a:xfrm>
            <a:prstGeom prst="rect">
              <a:avLst/>
            </a:prstGeom>
          </p:spPr>
        </p:pic>
        <p:pic>
          <p:nvPicPr>
            <p:cNvPr id="105" name="Image 203" descr="preencoded.png">
              <a:extLst>
                <a:ext uri="{FF2B5EF4-FFF2-40B4-BE49-F238E27FC236}">
                  <a16:creationId xmlns:a16="http://schemas.microsoft.com/office/drawing/2014/main" id="{A1E109B1-09FB-4B51-9A80-7B46DEF07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15692" y="3765081"/>
              <a:ext cx="16614" cy="639613"/>
            </a:xfrm>
            <a:prstGeom prst="rect">
              <a:avLst/>
            </a:prstGeom>
          </p:spPr>
        </p:pic>
        <p:pic>
          <p:nvPicPr>
            <p:cNvPr id="106" name="Image 229" descr="preencoded.png">
              <a:extLst>
                <a:ext uri="{FF2B5EF4-FFF2-40B4-BE49-F238E27FC236}">
                  <a16:creationId xmlns:a16="http://schemas.microsoft.com/office/drawing/2014/main" id="{788BDD3B-1D42-41F6-9508-FF3E95503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067062" y="4115041"/>
              <a:ext cx="971882" cy="299040"/>
            </a:xfrm>
            <a:prstGeom prst="rect">
              <a:avLst/>
            </a:prstGeom>
          </p:spPr>
        </p:pic>
        <p:pic>
          <p:nvPicPr>
            <p:cNvPr id="107" name="Image 239" descr="preencoded.png">
              <a:extLst>
                <a:ext uri="{FF2B5EF4-FFF2-40B4-BE49-F238E27FC236}">
                  <a16:creationId xmlns:a16="http://schemas.microsoft.com/office/drawing/2014/main" id="{FF530A9A-B272-43C6-8250-B5E061B03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334789" y="4233882"/>
              <a:ext cx="897121" cy="897120"/>
            </a:xfrm>
            <a:prstGeom prst="rect">
              <a:avLst/>
            </a:prstGeom>
          </p:spPr>
        </p:pic>
        <p:pic>
          <p:nvPicPr>
            <p:cNvPr id="109" name="Image 240" descr="preencoded.png">
              <a:extLst>
                <a:ext uri="{FF2B5EF4-FFF2-40B4-BE49-F238E27FC236}">
                  <a16:creationId xmlns:a16="http://schemas.microsoft.com/office/drawing/2014/main" id="{FB255FED-557E-4E67-9CEC-E597E5199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15692" y="4381111"/>
              <a:ext cx="573161" cy="373801"/>
            </a:xfrm>
            <a:prstGeom prst="rect">
              <a:avLst/>
            </a:prstGeom>
          </p:spPr>
        </p:pic>
        <p:pic>
          <p:nvPicPr>
            <p:cNvPr id="110" name="Image 242" descr="preencoded.png">
              <a:extLst>
                <a:ext uri="{FF2B5EF4-FFF2-40B4-BE49-F238E27FC236}">
                  <a16:creationId xmlns:a16="http://schemas.microsoft.com/office/drawing/2014/main" id="{169EA737-650D-4603-A6D8-39FB1D818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173723" y="4535255"/>
              <a:ext cx="531627" cy="24919"/>
            </a:xfrm>
            <a:prstGeom prst="rect">
              <a:avLst/>
            </a:prstGeom>
          </p:spPr>
        </p:pic>
        <p:pic>
          <p:nvPicPr>
            <p:cNvPr id="111" name="Image 244" descr="preencoded.png">
              <a:extLst>
                <a:ext uri="{FF2B5EF4-FFF2-40B4-BE49-F238E27FC236}">
                  <a16:creationId xmlns:a16="http://schemas.microsoft.com/office/drawing/2014/main" id="{46A80A47-0B8D-4235-B71B-87DB61E9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244744" y="4730565"/>
              <a:ext cx="365494" cy="24919"/>
            </a:xfrm>
            <a:prstGeom prst="rect">
              <a:avLst/>
            </a:prstGeom>
          </p:spPr>
        </p:pic>
        <p:pic>
          <p:nvPicPr>
            <p:cNvPr id="112" name="Image 251" descr="preencoded.png">
              <a:extLst>
                <a:ext uri="{FF2B5EF4-FFF2-40B4-BE49-F238E27FC236}">
                  <a16:creationId xmlns:a16="http://schemas.microsoft.com/office/drawing/2014/main" id="{9CF450BE-0443-462B-A1D6-DB8C25AC7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701031" y="4911899"/>
              <a:ext cx="265814" cy="274121"/>
            </a:xfrm>
            <a:prstGeom prst="rect">
              <a:avLst/>
            </a:prstGeom>
          </p:spPr>
        </p:pic>
        <p:pic>
          <p:nvPicPr>
            <p:cNvPr id="113" name="Image 253" descr="preencoded.png">
              <a:extLst>
                <a:ext uri="{FF2B5EF4-FFF2-40B4-BE49-F238E27FC236}">
                  <a16:creationId xmlns:a16="http://schemas.microsoft.com/office/drawing/2014/main" id="{718CCB19-E167-46AD-AD92-02D9CE698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935279" y="5010582"/>
              <a:ext cx="323961" cy="174439"/>
            </a:xfrm>
            <a:prstGeom prst="rect">
              <a:avLst/>
            </a:prstGeom>
          </p:spPr>
        </p:pic>
        <p:sp>
          <p:nvSpPr>
            <p:cNvPr id="114" name="Shape 9">
              <a:extLst>
                <a:ext uri="{FF2B5EF4-FFF2-40B4-BE49-F238E27FC236}">
                  <a16:creationId xmlns:a16="http://schemas.microsoft.com/office/drawing/2014/main" id="{F0AA134B-870C-456B-ABC9-A2001C3C1AA4}"/>
                </a:ext>
              </a:extLst>
            </p:cNvPr>
            <p:cNvSpPr/>
            <p:nvPr/>
          </p:nvSpPr>
          <p:spPr>
            <a:xfrm rot="13302000">
              <a:off x="1001110" y="3537312"/>
              <a:ext cx="111142" cy="104332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15" name="Shape 10">
              <a:extLst>
                <a:ext uri="{FF2B5EF4-FFF2-40B4-BE49-F238E27FC236}">
                  <a16:creationId xmlns:a16="http://schemas.microsoft.com/office/drawing/2014/main" id="{B838D7DF-E901-4F6E-954E-ECF1DAF17E36}"/>
                </a:ext>
              </a:extLst>
            </p:cNvPr>
            <p:cNvSpPr/>
            <p:nvPr/>
          </p:nvSpPr>
          <p:spPr>
            <a:xfrm>
              <a:off x="1162924" y="3537394"/>
              <a:ext cx="932010" cy="36218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6" name="Shape 11">
              <a:extLst>
                <a:ext uri="{FF2B5EF4-FFF2-40B4-BE49-F238E27FC236}">
                  <a16:creationId xmlns:a16="http://schemas.microsoft.com/office/drawing/2014/main" id="{0D16C1AB-335E-43F7-ADB4-A3B11020E9C3}"/>
                </a:ext>
              </a:extLst>
            </p:cNvPr>
            <p:cNvSpPr/>
            <p:nvPr/>
          </p:nvSpPr>
          <p:spPr>
            <a:xfrm rot="21588000">
              <a:off x="1159436" y="3600693"/>
              <a:ext cx="454873" cy="36881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D8C5C000-ECA7-491F-A4A2-AD8680EA0915}"/>
                </a:ext>
              </a:extLst>
            </p:cNvPr>
            <p:cNvSpPr/>
            <p:nvPr/>
          </p:nvSpPr>
          <p:spPr>
            <a:xfrm rot="17760000">
              <a:off x="1003685" y="3710755"/>
              <a:ext cx="105329" cy="10184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0" name="Shape 17">
              <a:extLst>
                <a:ext uri="{FF2B5EF4-FFF2-40B4-BE49-F238E27FC236}">
                  <a16:creationId xmlns:a16="http://schemas.microsoft.com/office/drawing/2014/main" id="{E8DAA706-9A87-42AC-B095-E12C06277A6B}"/>
                </a:ext>
              </a:extLst>
            </p:cNvPr>
            <p:cNvSpPr/>
            <p:nvPr/>
          </p:nvSpPr>
          <p:spPr>
            <a:xfrm>
              <a:off x="1160433" y="3709924"/>
              <a:ext cx="931512" cy="36052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1" name="Shape 18">
              <a:extLst>
                <a:ext uri="{FF2B5EF4-FFF2-40B4-BE49-F238E27FC236}">
                  <a16:creationId xmlns:a16="http://schemas.microsoft.com/office/drawing/2014/main" id="{191F42B0-F8F3-4446-BC06-284CAC2BE0D4}"/>
                </a:ext>
              </a:extLst>
            </p:cNvPr>
            <p:cNvSpPr/>
            <p:nvPr/>
          </p:nvSpPr>
          <p:spPr>
            <a:xfrm>
              <a:off x="1163672" y="3772389"/>
              <a:ext cx="720688" cy="35719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4" name="Shape 23">
              <a:extLst>
                <a:ext uri="{FF2B5EF4-FFF2-40B4-BE49-F238E27FC236}">
                  <a16:creationId xmlns:a16="http://schemas.microsoft.com/office/drawing/2014/main" id="{6825D910-9D97-4583-9665-9A4508DE1211}"/>
                </a:ext>
              </a:extLst>
            </p:cNvPr>
            <p:cNvSpPr/>
            <p:nvPr/>
          </p:nvSpPr>
          <p:spPr>
            <a:xfrm rot="21594000">
              <a:off x="804076" y="3856787"/>
              <a:ext cx="28243" cy="263653"/>
            </a:xfrm>
            <a:prstGeom prst="roundRect">
              <a:avLst/>
            </a:prstGeom>
            <a:solidFill>
              <a:srgbClr val="373736"/>
            </a:solidFill>
            <a:ln/>
          </p:spPr>
        </p:sp>
        <p:sp>
          <p:nvSpPr>
            <p:cNvPr id="125" name="Shape 24">
              <a:extLst>
                <a:ext uri="{FF2B5EF4-FFF2-40B4-BE49-F238E27FC236}">
                  <a16:creationId xmlns:a16="http://schemas.microsoft.com/office/drawing/2014/main" id="{5FC439D8-E0EE-49C9-A0D3-FE36C445E00A}"/>
                </a:ext>
              </a:extLst>
            </p:cNvPr>
            <p:cNvSpPr/>
            <p:nvPr/>
          </p:nvSpPr>
          <p:spPr>
            <a:xfrm rot="15420000">
              <a:off x="1003353" y="3879796"/>
              <a:ext cx="108652" cy="10483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6" name="Shape 25">
              <a:extLst>
                <a:ext uri="{FF2B5EF4-FFF2-40B4-BE49-F238E27FC236}">
                  <a16:creationId xmlns:a16="http://schemas.microsoft.com/office/drawing/2014/main" id="{499EEBD7-AD9F-4961-BB8D-EDCA21FB7ECE}"/>
                </a:ext>
              </a:extLst>
            </p:cNvPr>
            <p:cNvSpPr/>
            <p:nvPr/>
          </p:nvSpPr>
          <p:spPr>
            <a:xfrm>
              <a:off x="1162093" y="3914850"/>
              <a:ext cx="592599" cy="37047"/>
            </a:xfrm>
            <a:prstGeom prst="roundRect">
              <a:avLst/>
            </a:prstGeom>
            <a:solidFill>
              <a:srgbClr val="C8D1E4"/>
            </a:solidFill>
            <a:ln/>
          </p:spPr>
        </p:sp>
        <p:pic>
          <p:nvPicPr>
            <p:cNvPr id="127" name="Image 386" descr="preencoded.png">
              <a:extLst>
                <a:ext uri="{FF2B5EF4-FFF2-40B4-BE49-F238E27FC236}">
                  <a16:creationId xmlns:a16="http://schemas.microsoft.com/office/drawing/2014/main" id="{46470289-3A32-445B-89E2-B58B5A35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2225950" y="3928439"/>
              <a:ext cx="124601" cy="124601"/>
            </a:xfrm>
            <a:prstGeom prst="rect">
              <a:avLst/>
            </a:prstGeom>
          </p:spPr>
        </p:pic>
        <p:sp>
          <p:nvSpPr>
            <p:cNvPr id="128" name="Shape 33">
              <a:extLst>
                <a:ext uri="{FF2B5EF4-FFF2-40B4-BE49-F238E27FC236}">
                  <a16:creationId xmlns:a16="http://schemas.microsoft.com/office/drawing/2014/main" id="{B4B11505-C5D0-48E1-8099-E53E9FE0A61B}"/>
                </a:ext>
              </a:extLst>
            </p:cNvPr>
            <p:cNvSpPr/>
            <p:nvPr/>
          </p:nvSpPr>
          <p:spPr>
            <a:xfrm rot="72000">
              <a:off x="1105691" y="4165296"/>
              <a:ext cx="87386" cy="49840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32" name="Shape 34">
              <a:extLst>
                <a:ext uri="{FF2B5EF4-FFF2-40B4-BE49-F238E27FC236}">
                  <a16:creationId xmlns:a16="http://schemas.microsoft.com/office/drawing/2014/main" id="{3F5E0202-4356-4E59-9137-D47FC8C00814}"/>
                </a:ext>
              </a:extLst>
            </p:cNvPr>
            <p:cNvSpPr/>
            <p:nvPr/>
          </p:nvSpPr>
          <p:spPr>
            <a:xfrm rot="21570000">
              <a:off x="1679848" y="4165131"/>
              <a:ext cx="85227" cy="4967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AE778B23-7582-4133-89F2-D1C904DC2724}"/>
                </a:ext>
              </a:extLst>
            </p:cNvPr>
            <p:cNvSpPr/>
            <p:nvPr/>
          </p:nvSpPr>
          <p:spPr>
            <a:xfrm rot="21588000">
              <a:off x="1906038" y="4164963"/>
              <a:ext cx="87055" cy="5083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4" name="Shape 36">
              <a:extLst>
                <a:ext uri="{FF2B5EF4-FFF2-40B4-BE49-F238E27FC236}">
                  <a16:creationId xmlns:a16="http://schemas.microsoft.com/office/drawing/2014/main" id="{36767359-071C-4A24-A833-CA79DC9563D8}"/>
                </a:ext>
              </a:extLst>
            </p:cNvPr>
            <p:cNvSpPr/>
            <p:nvPr/>
          </p:nvSpPr>
          <p:spPr>
            <a:xfrm rot="24000">
              <a:off x="1220156" y="4167040"/>
              <a:ext cx="86223" cy="4917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D3D72F8A-3E2E-4D26-BAD3-741B3FBA4341}"/>
                </a:ext>
              </a:extLst>
            </p:cNvPr>
            <p:cNvSpPr/>
            <p:nvPr/>
          </p:nvSpPr>
          <p:spPr>
            <a:xfrm rot="12000">
              <a:off x="1336200" y="4166541"/>
              <a:ext cx="84230" cy="4867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6" name="Shape 38">
              <a:extLst>
                <a:ext uri="{FF2B5EF4-FFF2-40B4-BE49-F238E27FC236}">
                  <a16:creationId xmlns:a16="http://schemas.microsoft.com/office/drawing/2014/main" id="{D733C84C-A276-4051-B253-470609401D76}"/>
                </a:ext>
              </a:extLst>
            </p:cNvPr>
            <p:cNvSpPr/>
            <p:nvPr/>
          </p:nvSpPr>
          <p:spPr>
            <a:xfrm rot="24000">
              <a:off x="1450998" y="4165960"/>
              <a:ext cx="85227" cy="4900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7" name="Shape 39">
              <a:extLst>
                <a:ext uri="{FF2B5EF4-FFF2-40B4-BE49-F238E27FC236}">
                  <a16:creationId xmlns:a16="http://schemas.microsoft.com/office/drawing/2014/main" id="{5138B95A-7D20-4337-A710-F17FD989087A}"/>
                </a:ext>
              </a:extLst>
            </p:cNvPr>
            <p:cNvSpPr/>
            <p:nvPr/>
          </p:nvSpPr>
          <p:spPr>
            <a:xfrm rot="18000">
              <a:off x="1565217" y="4166127"/>
              <a:ext cx="85393" cy="495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8" name="Shape 40">
              <a:extLst>
                <a:ext uri="{FF2B5EF4-FFF2-40B4-BE49-F238E27FC236}">
                  <a16:creationId xmlns:a16="http://schemas.microsoft.com/office/drawing/2014/main" id="{17C918A3-6406-4835-A4DF-1BBD8F733509}"/>
                </a:ext>
              </a:extLst>
            </p:cNvPr>
            <p:cNvSpPr/>
            <p:nvPr/>
          </p:nvSpPr>
          <p:spPr>
            <a:xfrm rot="84000">
              <a:off x="1793318" y="4165546"/>
              <a:ext cx="86223" cy="50172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9" name="Shape 45">
              <a:extLst>
                <a:ext uri="{FF2B5EF4-FFF2-40B4-BE49-F238E27FC236}">
                  <a16:creationId xmlns:a16="http://schemas.microsoft.com/office/drawing/2014/main" id="{6F295352-1D54-4B4A-8400-7DCB555DDE47}"/>
                </a:ext>
              </a:extLst>
            </p:cNvPr>
            <p:cNvSpPr/>
            <p:nvPr/>
          </p:nvSpPr>
          <p:spPr>
            <a:xfrm rot="21534000">
              <a:off x="1108847" y="4236983"/>
              <a:ext cx="141878" cy="5200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0" name="Shape 46">
              <a:extLst>
                <a:ext uri="{FF2B5EF4-FFF2-40B4-BE49-F238E27FC236}">
                  <a16:creationId xmlns:a16="http://schemas.microsoft.com/office/drawing/2014/main" id="{2417412E-85AF-49D7-8AF3-9CD13667732A}"/>
                </a:ext>
              </a:extLst>
            </p:cNvPr>
            <p:cNvSpPr/>
            <p:nvPr/>
          </p:nvSpPr>
          <p:spPr>
            <a:xfrm rot="30000">
              <a:off x="1276726" y="4237563"/>
              <a:ext cx="87055" cy="5216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724531BC-25A1-4599-BF67-35F07534BDFD}"/>
                </a:ext>
              </a:extLst>
            </p:cNvPr>
            <p:cNvSpPr/>
            <p:nvPr/>
          </p:nvSpPr>
          <p:spPr>
            <a:xfrm rot="12000">
              <a:off x="1845816" y="4237813"/>
              <a:ext cx="146862" cy="5067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2" name="Shape 48">
              <a:extLst>
                <a:ext uri="{FF2B5EF4-FFF2-40B4-BE49-F238E27FC236}">
                  <a16:creationId xmlns:a16="http://schemas.microsoft.com/office/drawing/2014/main" id="{4FCC6473-54E8-4138-B41D-1C1C3EAFED34}"/>
                </a:ext>
              </a:extLst>
            </p:cNvPr>
            <p:cNvSpPr/>
            <p:nvPr/>
          </p:nvSpPr>
          <p:spPr>
            <a:xfrm rot="36000">
              <a:off x="1389529" y="4239808"/>
              <a:ext cx="85227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3" name="Shape 49">
              <a:extLst>
                <a:ext uri="{FF2B5EF4-FFF2-40B4-BE49-F238E27FC236}">
                  <a16:creationId xmlns:a16="http://schemas.microsoft.com/office/drawing/2014/main" id="{22C7A6C3-D0AA-4BB7-921C-4D794C48C9F6}"/>
                </a:ext>
              </a:extLst>
            </p:cNvPr>
            <p:cNvSpPr/>
            <p:nvPr/>
          </p:nvSpPr>
          <p:spPr>
            <a:xfrm rot="21552000">
              <a:off x="1503165" y="4239640"/>
              <a:ext cx="84395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E1080A48-A771-4ACC-8F09-73AB97432532}"/>
                </a:ext>
              </a:extLst>
            </p:cNvPr>
            <p:cNvSpPr/>
            <p:nvPr/>
          </p:nvSpPr>
          <p:spPr>
            <a:xfrm rot="21588000">
              <a:off x="1732179" y="4239059"/>
              <a:ext cx="87386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5" name="Shape 54">
              <a:extLst>
                <a:ext uri="{FF2B5EF4-FFF2-40B4-BE49-F238E27FC236}">
                  <a16:creationId xmlns:a16="http://schemas.microsoft.com/office/drawing/2014/main" id="{C6724658-6096-4267-B661-D73DF2C0E101}"/>
                </a:ext>
              </a:extLst>
            </p:cNvPr>
            <p:cNvSpPr/>
            <p:nvPr/>
          </p:nvSpPr>
          <p:spPr>
            <a:xfrm rot="48000">
              <a:off x="1104693" y="4313404"/>
              <a:ext cx="87220" cy="5133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6" name="Shape 55">
              <a:extLst>
                <a:ext uri="{FF2B5EF4-FFF2-40B4-BE49-F238E27FC236}">
                  <a16:creationId xmlns:a16="http://schemas.microsoft.com/office/drawing/2014/main" id="{67ED1F39-91A5-4021-B5AD-66A67B487A2E}"/>
                </a:ext>
              </a:extLst>
            </p:cNvPr>
            <p:cNvSpPr/>
            <p:nvPr/>
          </p:nvSpPr>
          <p:spPr>
            <a:xfrm>
              <a:off x="1219741" y="4314483"/>
              <a:ext cx="85227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pic>
          <p:nvPicPr>
            <p:cNvPr id="157" name="Image 394" descr="preencoded.png">
              <a:extLst>
                <a:ext uri="{FF2B5EF4-FFF2-40B4-BE49-F238E27FC236}">
                  <a16:creationId xmlns:a16="http://schemas.microsoft.com/office/drawing/2014/main" id="{5B39B0C1-3CD6-47F6-A4FD-F72DAAA9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92570" y="4314566"/>
              <a:ext cx="83067" cy="49840"/>
            </a:xfrm>
            <a:prstGeom prst="rect">
              <a:avLst/>
            </a:prstGeom>
          </p:spPr>
        </p:pic>
        <p:pic>
          <p:nvPicPr>
            <p:cNvPr id="158" name="Image 395" descr="preencoded.png">
              <a:extLst>
                <a:ext uri="{FF2B5EF4-FFF2-40B4-BE49-F238E27FC236}">
                  <a16:creationId xmlns:a16="http://schemas.microsoft.com/office/drawing/2014/main" id="{54F3BA6A-7F8E-4BD9-9FCC-8C47509D4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906205" y="4315481"/>
              <a:ext cx="83067" cy="49840"/>
            </a:xfrm>
            <a:prstGeom prst="rect">
              <a:avLst/>
            </a:prstGeom>
          </p:spPr>
        </p:pic>
        <p:pic>
          <p:nvPicPr>
            <p:cNvPr id="159" name="Image 396" descr="preencoded.png">
              <a:extLst>
                <a:ext uri="{FF2B5EF4-FFF2-40B4-BE49-F238E27FC236}">
                  <a16:creationId xmlns:a16="http://schemas.microsoft.com/office/drawing/2014/main" id="{D34DB12D-9611-482F-9A6A-FD4499B73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741452" y="4744033"/>
              <a:ext cx="33227" cy="41535"/>
            </a:xfrm>
            <a:prstGeom prst="rect">
              <a:avLst/>
            </a:prstGeom>
          </p:spPr>
        </p:pic>
        <p:sp>
          <p:nvSpPr>
            <p:cNvPr id="160" name="Shape 136">
              <a:extLst>
                <a:ext uri="{FF2B5EF4-FFF2-40B4-BE49-F238E27FC236}">
                  <a16:creationId xmlns:a16="http://schemas.microsoft.com/office/drawing/2014/main" id="{79D92E4A-8BD1-472B-A2C6-C9C6589D78C3}"/>
                </a:ext>
              </a:extLst>
            </p:cNvPr>
            <p:cNvSpPr/>
            <p:nvPr/>
          </p:nvSpPr>
          <p:spPr>
            <a:xfrm>
              <a:off x="2238225" y="3940025"/>
              <a:ext cx="100512" cy="100511"/>
            </a:xfrm>
            <a:prstGeom prst="ellipse">
              <a:avLst/>
            </a:prstGeom>
            <a:solidFill>
              <a:srgbClr val="7C7C7C"/>
            </a:solidFill>
            <a:ln/>
          </p:spPr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E1A96FA-7C03-44DA-8FB0-F9143BF612CD}"/>
                </a:ext>
              </a:extLst>
            </p:cNvPr>
            <p:cNvSpPr/>
            <p:nvPr/>
          </p:nvSpPr>
          <p:spPr>
            <a:xfrm>
              <a:off x="2394822" y="3599906"/>
              <a:ext cx="418695" cy="328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A61E663-641C-493F-AC13-39AE112979B0}"/>
              </a:ext>
            </a:extLst>
          </p:cNvPr>
          <p:cNvSpPr/>
          <p:nvPr/>
        </p:nvSpPr>
        <p:spPr>
          <a:xfrm>
            <a:off x="55202" y="1179316"/>
            <a:ext cx="3212756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04D1DEA-25EE-439B-B4CA-6BFA79359E9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35075" y="2903034"/>
            <a:ext cx="894132" cy="89413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83CBC0F-791B-404E-ACF4-8E9FDAA28AB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8349" y="4385343"/>
            <a:ext cx="380811" cy="3808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0D5CAB4-B040-49AC-95DD-BB4E2447B8C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708229" y="1825832"/>
            <a:ext cx="380811" cy="3808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1E9BDB7-934B-4DBC-A914-7C4BCAECA7CF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88817" y="4374023"/>
            <a:ext cx="380811" cy="380811"/>
          </a:xfrm>
          <a:prstGeom prst="rect">
            <a:avLst/>
          </a:prstGeom>
        </p:spPr>
      </p:pic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B264098-4A55-4EA7-8633-EBF1D6ACFFCD}"/>
              </a:ext>
            </a:extLst>
          </p:cNvPr>
          <p:cNvCxnSpPr>
            <a:cxnSpLocks/>
          </p:cNvCxnSpPr>
          <p:nvPr/>
        </p:nvCxnSpPr>
        <p:spPr>
          <a:xfrm flipV="1">
            <a:off x="1698182" y="3969807"/>
            <a:ext cx="0" cy="313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C96B415A-5260-4BE4-A98C-EB1042403DF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76204" y="1777808"/>
            <a:ext cx="380811" cy="380811"/>
          </a:xfrm>
          <a:prstGeom prst="rect">
            <a:avLst/>
          </a:prstGeom>
        </p:spPr>
      </p:pic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7DA6AE40-50C8-4770-80C8-F835EF028543}"/>
              </a:ext>
            </a:extLst>
          </p:cNvPr>
          <p:cNvCxnSpPr>
            <a:cxnSpLocks/>
          </p:cNvCxnSpPr>
          <p:nvPr/>
        </p:nvCxnSpPr>
        <p:spPr>
          <a:xfrm>
            <a:off x="1708229" y="2587895"/>
            <a:ext cx="0" cy="3151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6758B142-0C99-4993-9407-43E02A005127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969285" y="4372823"/>
            <a:ext cx="380809" cy="38080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6867E18-7EA7-47A1-98B0-32292EFB4AF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391639" y="2988740"/>
            <a:ext cx="729895" cy="729895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835F695-0C0D-4EB8-A2AB-F4D129BE5ED6}"/>
              </a:ext>
            </a:extLst>
          </p:cNvPr>
          <p:cNvSpPr/>
          <p:nvPr/>
        </p:nvSpPr>
        <p:spPr>
          <a:xfrm>
            <a:off x="65669" y="1194870"/>
            <a:ext cx="3203293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 기반 데이터 융합</a:t>
            </a:r>
          </a:p>
        </p:txBody>
      </p:sp>
      <p:sp>
        <p:nvSpPr>
          <p:cNvPr id="282" name="사각형: 둥근 모서리 281">
            <a:extLst>
              <a:ext uri="{FF2B5EF4-FFF2-40B4-BE49-F238E27FC236}">
                <a16:creationId xmlns:a16="http://schemas.microsoft.com/office/drawing/2014/main" id="{F73391EC-C0ED-4EF2-A48F-39AEF34AECE7}"/>
              </a:ext>
            </a:extLst>
          </p:cNvPr>
          <p:cNvSpPr/>
          <p:nvPr/>
        </p:nvSpPr>
        <p:spPr>
          <a:xfrm>
            <a:off x="3319179" y="1179315"/>
            <a:ext cx="2615462" cy="4728993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BE8C0C91-8B16-4401-8151-730A58B5B833}"/>
              </a:ext>
            </a:extLst>
          </p:cNvPr>
          <p:cNvSpPr/>
          <p:nvPr/>
        </p:nvSpPr>
        <p:spPr>
          <a:xfrm>
            <a:off x="3328414" y="1194870"/>
            <a:ext cx="2607758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상권 심층 분석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A85BB003-EE8E-4563-B222-DCA26D513970}"/>
              </a:ext>
            </a:extLst>
          </p:cNvPr>
          <p:cNvSpPr/>
          <p:nvPr/>
        </p:nvSpPr>
        <p:spPr>
          <a:xfrm>
            <a:off x="3430540" y="1873427"/>
            <a:ext cx="1335759" cy="1164327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1FF6F1AC-BA8A-46BE-ABD9-B8F2A1B4017F}"/>
              </a:ext>
            </a:extLst>
          </p:cNvPr>
          <p:cNvSpPr/>
          <p:nvPr/>
        </p:nvSpPr>
        <p:spPr>
          <a:xfrm>
            <a:off x="3439776" y="1888982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</a:t>
            </a: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E47B6663-6F8C-4589-AFE4-F157E269C6F2}"/>
              </a:ext>
            </a:extLst>
          </p:cNvPr>
          <p:cNvSpPr/>
          <p:nvPr/>
        </p:nvSpPr>
        <p:spPr>
          <a:xfrm>
            <a:off x="3430540" y="3154241"/>
            <a:ext cx="1335759" cy="1164327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91668258-B5BD-41E9-80CC-E7BDA3C17750}"/>
              </a:ext>
            </a:extLst>
          </p:cNvPr>
          <p:cNvSpPr/>
          <p:nvPr/>
        </p:nvSpPr>
        <p:spPr>
          <a:xfrm>
            <a:off x="3439776" y="3169796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</a:t>
            </a: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D509AD29-48E9-41E2-983D-851A5622D057}"/>
              </a:ext>
            </a:extLst>
          </p:cNvPr>
          <p:cNvSpPr/>
          <p:nvPr/>
        </p:nvSpPr>
        <p:spPr>
          <a:xfrm>
            <a:off x="3430540" y="4435055"/>
            <a:ext cx="1335759" cy="1164327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9" name="사각형: 둥근 모서리 308">
            <a:extLst>
              <a:ext uri="{FF2B5EF4-FFF2-40B4-BE49-F238E27FC236}">
                <a16:creationId xmlns:a16="http://schemas.microsoft.com/office/drawing/2014/main" id="{EFFC781A-831D-444B-B829-4A0136C0A06D}"/>
              </a:ext>
            </a:extLst>
          </p:cNvPr>
          <p:cNvSpPr/>
          <p:nvPr/>
        </p:nvSpPr>
        <p:spPr>
          <a:xfrm>
            <a:off x="3439776" y="4450610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 에이전트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BDC69F2-E0EF-4613-87AB-F77BF0258DB9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614052" y="2344149"/>
            <a:ext cx="414499" cy="39253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C9DAD88-372C-4173-BFEA-F896FB727A6A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160826" y="2342793"/>
            <a:ext cx="473198" cy="392539"/>
          </a:xfrm>
          <a:prstGeom prst="rect">
            <a:avLst/>
          </a:prstGeom>
        </p:spPr>
      </p:pic>
      <p:sp>
        <p:nvSpPr>
          <p:cNvPr id="310" name="TextBox 309">
            <a:extLst>
              <a:ext uri="{FF2B5EF4-FFF2-40B4-BE49-F238E27FC236}">
                <a16:creationId xmlns:a16="http://schemas.microsoft.com/office/drawing/2014/main" id="{DFD2746A-E9D5-4DC8-87F9-A540E0D43157}"/>
              </a:ext>
            </a:extLst>
          </p:cNvPr>
          <p:cNvSpPr txBox="1"/>
          <p:nvPr/>
        </p:nvSpPr>
        <p:spPr>
          <a:xfrm>
            <a:off x="3379326" y="2701199"/>
            <a:ext cx="1376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상권활성화 점수 산출</a:t>
            </a:r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(0-100)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88F93258-BD2E-4E0C-9E2A-F7F6D6DB2FCB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603636" y="3592862"/>
            <a:ext cx="435330" cy="43533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19F387F-6BA4-4EB0-A117-E9C5E3E0EB7A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160826" y="3616859"/>
            <a:ext cx="435330" cy="420819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18A25E7-FB57-456D-AD64-D02B38B46075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306441" y="3488052"/>
            <a:ext cx="155923" cy="137154"/>
          </a:xfrm>
          <a:prstGeom prst="rect">
            <a:avLst/>
          </a:prstGeom>
        </p:spPr>
      </p:pic>
      <p:sp>
        <p:nvSpPr>
          <p:cNvPr id="311" name="TextBox 310">
            <a:extLst>
              <a:ext uri="{FF2B5EF4-FFF2-40B4-BE49-F238E27FC236}">
                <a16:creationId xmlns:a16="http://schemas.microsoft.com/office/drawing/2014/main" id="{0C717753-B58E-43AA-8C3F-8A0270AFB699}"/>
              </a:ext>
            </a:extLst>
          </p:cNvPr>
          <p:cNvSpPr txBox="1"/>
          <p:nvPr/>
        </p:nvSpPr>
        <p:spPr>
          <a:xfrm>
            <a:off x="3379327" y="4043747"/>
            <a:ext cx="14935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강도 평가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32846789-44B3-40BD-A9E1-F5C1FE6947C3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25221" y="4854142"/>
            <a:ext cx="473198" cy="43419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13B904DD-C722-4182-B6D5-DD33529478D4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170573" y="4861023"/>
            <a:ext cx="364713" cy="438641"/>
          </a:xfrm>
          <a:prstGeom prst="rect">
            <a:avLst/>
          </a:prstGeom>
        </p:spPr>
      </p:pic>
      <p:sp>
        <p:nvSpPr>
          <p:cNvPr id="312" name="TextBox 311">
            <a:extLst>
              <a:ext uri="{FF2B5EF4-FFF2-40B4-BE49-F238E27FC236}">
                <a16:creationId xmlns:a16="http://schemas.microsoft.com/office/drawing/2014/main" id="{DB87C7FD-B4D7-4DF0-B441-0C9F393BA2F5}"/>
              </a:ext>
            </a:extLst>
          </p:cNvPr>
          <p:cNvSpPr txBox="1"/>
          <p:nvPr/>
        </p:nvSpPr>
        <p:spPr>
          <a:xfrm>
            <a:off x="3379326" y="5254314"/>
            <a:ext cx="1474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경쟁력 분석</a:t>
            </a:r>
            <a:endParaRPr lang="en-US" altLang="ko-KR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포지셔닝 분석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25" name="직선 화살표 연결선 324">
            <a:extLst>
              <a:ext uri="{FF2B5EF4-FFF2-40B4-BE49-F238E27FC236}">
                <a16:creationId xmlns:a16="http://schemas.microsoft.com/office/drawing/2014/main" id="{4A1BAA5E-A0DA-48B9-BB42-9F74DA8B802A}"/>
              </a:ext>
            </a:extLst>
          </p:cNvPr>
          <p:cNvCxnSpPr>
            <a:cxnSpLocks/>
          </p:cNvCxnSpPr>
          <p:nvPr/>
        </p:nvCxnSpPr>
        <p:spPr>
          <a:xfrm>
            <a:off x="4877660" y="36752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FEC162C6-ED2B-4D1C-9FC6-E75D2325C1B3}"/>
              </a:ext>
            </a:extLst>
          </p:cNvPr>
          <p:cNvSpPr txBox="1"/>
          <p:nvPr/>
        </p:nvSpPr>
        <p:spPr>
          <a:xfrm>
            <a:off x="4946841" y="2619271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0EB456F8-0175-4683-ACF6-0783E5624A6F}"/>
              </a:ext>
            </a:extLst>
          </p:cNvPr>
          <p:cNvSpPr txBox="1"/>
          <p:nvPr/>
        </p:nvSpPr>
        <p:spPr>
          <a:xfrm>
            <a:off x="5031001" y="3846264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F0FB1FC7-E585-41D1-98A9-2BFC9FB2FF65}"/>
              </a:ext>
            </a:extLst>
          </p:cNvPr>
          <p:cNvSpPr txBox="1"/>
          <p:nvPr/>
        </p:nvSpPr>
        <p:spPr>
          <a:xfrm>
            <a:off x="4862687" y="5132994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AC58BCB0-0E3C-45A2-82CF-99EC418663C1}"/>
              </a:ext>
            </a:extLst>
          </p:cNvPr>
          <p:cNvSpPr/>
          <p:nvPr/>
        </p:nvSpPr>
        <p:spPr>
          <a:xfrm>
            <a:off x="6375175" y="1179315"/>
            <a:ext cx="5764571" cy="4728993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2" name="사각형: 둥근 모서리 371">
            <a:extLst>
              <a:ext uri="{FF2B5EF4-FFF2-40B4-BE49-F238E27FC236}">
                <a16:creationId xmlns:a16="http://schemas.microsoft.com/office/drawing/2014/main" id="{BBC9E7B4-378B-41BF-869F-30BF7922CD55}"/>
              </a:ext>
            </a:extLst>
          </p:cNvPr>
          <p:cNvSpPr/>
          <p:nvPr/>
        </p:nvSpPr>
        <p:spPr>
          <a:xfrm>
            <a:off x="6384410" y="1194870"/>
            <a:ext cx="5749328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및 통합 분석</a:t>
            </a:r>
          </a:p>
        </p:txBody>
      </p:sp>
      <p:sp>
        <p:nvSpPr>
          <p:cNvPr id="375" name="사각형: 둥근 모서리 374">
            <a:extLst>
              <a:ext uri="{FF2B5EF4-FFF2-40B4-BE49-F238E27FC236}">
                <a16:creationId xmlns:a16="http://schemas.microsoft.com/office/drawing/2014/main" id="{3117B53C-835A-43AA-A2E2-5C233CA202C0}"/>
              </a:ext>
            </a:extLst>
          </p:cNvPr>
          <p:cNvSpPr/>
          <p:nvPr/>
        </p:nvSpPr>
        <p:spPr>
          <a:xfrm>
            <a:off x="8920381" y="1812480"/>
            <a:ext cx="1335759" cy="2287067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6" name="사각형: 둥근 모서리 375">
            <a:extLst>
              <a:ext uri="{FF2B5EF4-FFF2-40B4-BE49-F238E27FC236}">
                <a16:creationId xmlns:a16="http://schemas.microsoft.com/office/drawing/2014/main" id="{7C62B17C-BFCD-457D-B53D-6CBE13ABA6F0}"/>
              </a:ext>
            </a:extLst>
          </p:cNvPr>
          <p:cNvSpPr/>
          <p:nvPr/>
        </p:nvSpPr>
        <p:spPr>
          <a:xfrm>
            <a:off x="8929617" y="1826843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F0F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</a:p>
        </p:txBody>
      </p:sp>
      <p:sp>
        <p:nvSpPr>
          <p:cNvPr id="377" name="사각형: 둥근 모서리 376">
            <a:extLst>
              <a:ext uri="{FF2B5EF4-FFF2-40B4-BE49-F238E27FC236}">
                <a16:creationId xmlns:a16="http://schemas.microsoft.com/office/drawing/2014/main" id="{B8DE5737-CC8D-4334-964E-014AA5214237}"/>
              </a:ext>
            </a:extLst>
          </p:cNvPr>
          <p:cNvSpPr/>
          <p:nvPr/>
        </p:nvSpPr>
        <p:spPr>
          <a:xfrm>
            <a:off x="6465639" y="3007067"/>
            <a:ext cx="1335759" cy="1523140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8" name="사각형: 둥근 모서리 377">
            <a:extLst>
              <a:ext uri="{FF2B5EF4-FFF2-40B4-BE49-F238E27FC236}">
                <a16:creationId xmlns:a16="http://schemas.microsoft.com/office/drawing/2014/main" id="{07039F99-5AD4-4F04-A6F2-4B3E3F1294BE}"/>
              </a:ext>
            </a:extLst>
          </p:cNvPr>
          <p:cNvSpPr/>
          <p:nvPr/>
        </p:nvSpPr>
        <p:spPr>
          <a:xfrm>
            <a:off x="6474875" y="3022622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F0F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에이전트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98559564-29FF-4BFD-BEA3-4D8179980D84}"/>
              </a:ext>
            </a:extLst>
          </p:cNvPr>
          <p:cNvSpPr txBox="1"/>
          <p:nvPr/>
        </p:nvSpPr>
        <p:spPr>
          <a:xfrm>
            <a:off x="8907726" y="2675399"/>
            <a:ext cx="13767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r>
              <a: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추천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1F6C9D5A-76C8-4B86-A4C5-9DB33B7D7791}"/>
              </a:ext>
            </a:extLst>
          </p:cNvPr>
          <p:cNvSpPr txBox="1"/>
          <p:nvPr/>
        </p:nvSpPr>
        <p:spPr>
          <a:xfrm>
            <a:off x="6414425" y="4192466"/>
            <a:ext cx="1474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 매장 분석</a:t>
            </a:r>
            <a:endParaRPr lang="en-US" altLang="ko-KR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</a:t>
            </a:r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C08481FA-F5C4-4943-AF5F-3D358E02D3E0}"/>
              </a:ext>
            </a:extLst>
          </p:cNvPr>
          <p:cNvCxnSpPr>
            <a:cxnSpLocks/>
          </p:cNvCxnSpPr>
          <p:nvPr/>
        </p:nvCxnSpPr>
        <p:spPr>
          <a:xfrm flipV="1">
            <a:off x="951481" y="3372869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D0B98AEB-854B-45C2-B07E-1AF08B9A4806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098940" y="4509875"/>
            <a:ext cx="521389" cy="618939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67120022-3B62-4537-908A-4C35328342AE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102786" y="3224903"/>
            <a:ext cx="518854" cy="626668"/>
          </a:xfrm>
          <a:prstGeom prst="rect">
            <a:avLst/>
          </a:prstGeom>
        </p:spPr>
      </p:pic>
      <p:pic>
        <p:nvPicPr>
          <p:cNvPr id="406" name="그림 405">
            <a:extLst>
              <a:ext uri="{FF2B5EF4-FFF2-40B4-BE49-F238E27FC236}">
                <a16:creationId xmlns:a16="http://schemas.microsoft.com/office/drawing/2014/main" id="{9B4A4F33-0C57-47A1-873F-028AC7C5319F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119553" y="1996418"/>
            <a:ext cx="500776" cy="618408"/>
          </a:xfrm>
          <a:prstGeom prst="rect">
            <a:avLst/>
          </a:prstGeom>
        </p:spPr>
      </p:pic>
      <p:pic>
        <p:nvPicPr>
          <p:cNvPr id="408" name="그림 407">
            <a:extLst>
              <a:ext uri="{FF2B5EF4-FFF2-40B4-BE49-F238E27FC236}">
                <a16:creationId xmlns:a16="http://schemas.microsoft.com/office/drawing/2014/main" id="{4260B7D5-DB3D-4E52-BD7E-7DEB7AA31C79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496279" y="3396142"/>
            <a:ext cx="1093397" cy="763642"/>
          </a:xfrm>
          <a:prstGeom prst="rect">
            <a:avLst/>
          </a:prstGeom>
        </p:spPr>
      </p:pic>
      <p:pic>
        <p:nvPicPr>
          <p:cNvPr id="416" name="그림 415">
            <a:extLst>
              <a:ext uri="{FF2B5EF4-FFF2-40B4-BE49-F238E27FC236}">
                <a16:creationId xmlns:a16="http://schemas.microsoft.com/office/drawing/2014/main" id="{AC78E7A2-48E9-4F67-BEF5-655B07C72411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967039" y="3523503"/>
            <a:ext cx="348142" cy="33253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51E5F02-132F-474A-AD04-0D9A264C7A43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886831" y="3277402"/>
            <a:ext cx="264427" cy="264427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64241CE3-71A7-49D5-AFF9-7388E04435FB}"/>
              </a:ext>
            </a:extLst>
          </p:cNvPr>
          <p:cNvSpPr txBox="1"/>
          <p:nvPr/>
        </p:nvSpPr>
        <p:spPr>
          <a:xfrm>
            <a:off x="8907726" y="3864989"/>
            <a:ext cx="13767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선택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725013E-ED10-4BC5-98FC-6810A7C80F4D}"/>
              </a:ext>
            </a:extLst>
          </p:cNvPr>
          <p:cNvSpPr/>
          <p:nvPr/>
        </p:nvSpPr>
        <p:spPr>
          <a:xfrm>
            <a:off x="9794515" y="3270923"/>
            <a:ext cx="393844" cy="594066"/>
          </a:xfrm>
          <a:prstGeom prst="rect">
            <a:avLst/>
          </a:prstGeom>
          <a:noFill/>
          <a:ln w="19050">
            <a:solidFill>
              <a:srgbClr val="F58B9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0A0F25A5-C18E-4689-9891-0D652FF25197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054607" y="2246350"/>
            <a:ext cx="530286" cy="5302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40B74E9-5565-441E-B21C-70BA1A6CBB3A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086328" y="3238765"/>
            <a:ext cx="503434" cy="663842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A050DB8-C499-423C-9162-D19C720855CF}"/>
              </a:ext>
            </a:extLst>
          </p:cNvPr>
          <p:cNvCxnSpPr>
            <a:cxnSpLocks/>
          </p:cNvCxnSpPr>
          <p:nvPr/>
        </p:nvCxnSpPr>
        <p:spPr>
          <a:xfrm flipV="1">
            <a:off x="8327407" y="2998239"/>
            <a:ext cx="3259" cy="173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5" name="그림 3">
            <a:extLst>
              <a:ext uri="{FF2B5EF4-FFF2-40B4-BE49-F238E27FC236}">
                <a16:creationId xmlns:a16="http://schemas.microsoft.com/office/drawing/2014/main" id="{E100DA82-38EC-4C34-AB87-30636C52F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093" y="1836496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A7BB2E18-C572-45BE-8CBE-15B5F76C0AB4}"/>
              </a:ext>
            </a:extLst>
          </p:cNvPr>
          <p:cNvSpPr txBox="1"/>
          <p:nvPr/>
        </p:nvSpPr>
        <p:spPr>
          <a:xfrm>
            <a:off x="7836006" y="3905646"/>
            <a:ext cx="994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8122849-7D89-4794-A8BF-9534AA362E56}"/>
              </a:ext>
            </a:extLst>
          </p:cNvPr>
          <p:cNvSpPr txBox="1"/>
          <p:nvPr/>
        </p:nvSpPr>
        <p:spPr>
          <a:xfrm>
            <a:off x="7755028" y="2762311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클러스터링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C5927F20-0B56-482A-A540-22B5ACF9F88F}"/>
              </a:ext>
            </a:extLst>
          </p:cNvPr>
          <p:cNvSpPr/>
          <p:nvPr/>
        </p:nvSpPr>
        <p:spPr>
          <a:xfrm>
            <a:off x="8439793" y="4650600"/>
            <a:ext cx="1335759" cy="1178069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CBF0BA13-3637-4DCF-A908-2422F4C40DFD}"/>
              </a:ext>
            </a:extLst>
          </p:cNvPr>
          <p:cNvSpPr/>
          <p:nvPr/>
        </p:nvSpPr>
        <p:spPr>
          <a:xfrm>
            <a:off x="8449028" y="4666155"/>
            <a:ext cx="1326523" cy="312751"/>
          </a:xfrm>
          <a:prstGeom prst="roundRect">
            <a:avLst>
              <a:gd name="adj" fmla="val 26807"/>
            </a:avLst>
          </a:prstGeom>
          <a:solidFill>
            <a:srgbClr val="F0F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05AD406-D643-44D2-9CD5-19FE3C10C8A7}"/>
              </a:ext>
            </a:extLst>
          </p:cNvPr>
          <p:cNvSpPr txBox="1"/>
          <p:nvPr/>
        </p:nvSpPr>
        <p:spPr>
          <a:xfrm>
            <a:off x="8412667" y="5486056"/>
            <a:ext cx="1474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최종 분석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 탐색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5" name="그림 184">
            <a:extLst>
              <a:ext uri="{FF2B5EF4-FFF2-40B4-BE49-F238E27FC236}">
                <a16:creationId xmlns:a16="http://schemas.microsoft.com/office/drawing/2014/main" id="{B8092C6C-C5E1-4E4F-86AC-59337ADEE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574" y="5081415"/>
            <a:ext cx="411929" cy="392499"/>
          </a:xfrm>
          <a:prstGeom prst="rect">
            <a:avLst/>
          </a:prstGeom>
        </p:spPr>
      </p:pic>
      <p:pic>
        <p:nvPicPr>
          <p:cNvPr id="186" name="그림 185">
            <a:extLst>
              <a:ext uri="{FF2B5EF4-FFF2-40B4-BE49-F238E27FC236}">
                <a16:creationId xmlns:a16="http://schemas.microsoft.com/office/drawing/2014/main" id="{F5647BA1-9AD1-40E1-816A-A8A3428A4E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714918" y="5044460"/>
            <a:ext cx="336535" cy="44376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EFF9AC5-91ED-426B-A64A-3EB5E1158212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363876" y="2106743"/>
            <a:ext cx="581823" cy="581823"/>
          </a:xfrm>
          <a:prstGeom prst="rect">
            <a:avLst/>
          </a:prstGeom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id="{81791E2B-5671-4B3E-B7EC-5798F0E60FCE}"/>
              </a:ext>
            </a:extLst>
          </p:cNvPr>
          <p:cNvSpPr txBox="1"/>
          <p:nvPr/>
        </p:nvSpPr>
        <p:spPr>
          <a:xfrm>
            <a:off x="10263596" y="2760755"/>
            <a:ext cx="1125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11C5EC-E6FB-48A5-9604-AAE4A7F5FB48}"/>
              </a:ext>
            </a:extLst>
          </p:cNvPr>
          <p:cNvCxnSpPr>
            <a:cxnSpLocks/>
          </p:cNvCxnSpPr>
          <p:nvPr/>
        </p:nvCxnSpPr>
        <p:spPr>
          <a:xfrm flipH="1">
            <a:off x="9963077" y="2473342"/>
            <a:ext cx="48393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2F252F1D-317D-4808-89D9-3F19453D167B}"/>
              </a:ext>
            </a:extLst>
          </p:cNvPr>
          <p:cNvCxnSpPr>
            <a:cxnSpLocks/>
          </p:cNvCxnSpPr>
          <p:nvPr/>
        </p:nvCxnSpPr>
        <p:spPr>
          <a:xfrm flipV="1">
            <a:off x="8705434" y="2511443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6A719FB-2B83-4DBA-8E29-64750D681265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552467" y="2234598"/>
            <a:ext cx="536141" cy="53614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10463DE-1FC9-4CF2-AE0B-1983B2CC25C5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753808" y="3429811"/>
            <a:ext cx="1107195" cy="770741"/>
          </a:xfrm>
          <a:prstGeom prst="rect">
            <a:avLst/>
          </a:prstGeom>
        </p:spPr>
      </p:pic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6592D664-AE74-418F-99DA-67235D7EB69A}"/>
              </a:ext>
            </a:extLst>
          </p:cNvPr>
          <p:cNvCxnSpPr>
            <a:cxnSpLocks/>
          </p:cNvCxnSpPr>
          <p:nvPr/>
        </p:nvCxnSpPr>
        <p:spPr>
          <a:xfrm flipV="1">
            <a:off x="2211762" y="3372869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AD2F2E-8383-47C3-BB95-7AA599DB0BD1}"/>
              </a:ext>
            </a:extLst>
          </p:cNvPr>
          <p:cNvCxnSpPr>
            <a:cxnSpLocks/>
          </p:cNvCxnSpPr>
          <p:nvPr/>
        </p:nvCxnSpPr>
        <p:spPr>
          <a:xfrm>
            <a:off x="4877660" y="2400591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37C901F2-779D-45AE-9EF4-4116B4B64D02}"/>
              </a:ext>
            </a:extLst>
          </p:cNvPr>
          <p:cNvCxnSpPr>
            <a:cxnSpLocks/>
          </p:cNvCxnSpPr>
          <p:nvPr/>
        </p:nvCxnSpPr>
        <p:spPr>
          <a:xfrm>
            <a:off x="4877660" y="4965608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747D8F94-2506-439C-A6DF-73A249A6CD69}"/>
              </a:ext>
            </a:extLst>
          </p:cNvPr>
          <p:cNvCxnSpPr>
            <a:cxnSpLocks/>
          </p:cNvCxnSpPr>
          <p:nvPr/>
        </p:nvCxnSpPr>
        <p:spPr>
          <a:xfrm>
            <a:off x="7880583" y="36752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0391A8C0-E947-4CDE-8D3E-7535B55B55B6}"/>
              </a:ext>
            </a:extLst>
          </p:cNvPr>
          <p:cNvCxnSpPr>
            <a:cxnSpLocks/>
          </p:cNvCxnSpPr>
          <p:nvPr/>
        </p:nvCxnSpPr>
        <p:spPr>
          <a:xfrm>
            <a:off x="8672376" y="36752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" name="Google Shape;93;p36">
            <a:extLst>
              <a:ext uri="{FF2B5EF4-FFF2-40B4-BE49-F238E27FC236}">
                <a16:creationId xmlns:a16="http://schemas.microsoft.com/office/drawing/2014/main" id="{7F9AAA5C-EC26-43D1-AF16-4F70BAF83CBC}"/>
              </a:ext>
            </a:extLst>
          </p:cNvPr>
          <p:cNvSpPr/>
          <p:nvPr/>
        </p:nvSpPr>
        <p:spPr>
          <a:xfrm rot="10800000">
            <a:off x="7821042" y="4124352"/>
            <a:ext cx="2572291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DC7826FF-112E-4B09-A58A-62590BE4561E}"/>
              </a:ext>
            </a:extLst>
          </p:cNvPr>
          <p:cNvCxnSpPr>
            <a:cxnSpLocks/>
          </p:cNvCxnSpPr>
          <p:nvPr/>
        </p:nvCxnSpPr>
        <p:spPr>
          <a:xfrm>
            <a:off x="9587777" y="3003439"/>
            <a:ext cx="0" cy="2327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C39C749A-05EC-451E-910C-24570E8BC6B9}"/>
              </a:ext>
            </a:extLst>
          </p:cNvPr>
          <p:cNvSpPr txBox="1"/>
          <p:nvPr/>
        </p:nvSpPr>
        <p:spPr>
          <a:xfrm>
            <a:off x="10718550" y="4159621"/>
            <a:ext cx="1319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</a:t>
            </a:r>
            <a:r>
              <a:rPr lang="ko-KR" altLang="en-US"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솔루션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84E93C8B-933C-4526-B8FF-F210B0F56A2C}"/>
              </a:ext>
            </a:extLst>
          </p:cNvPr>
          <p:cNvCxnSpPr>
            <a:cxnSpLocks/>
          </p:cNvCxnSpPr>
          <p:nvPr/>
        </p:nvCxnSpPr>
        <p:spPr>
          <a:xfrm flipV="1">
            <a:off x="9930066" y="3791792"/>
            <a:ext cx="685278" cy="1458107"/>
          </a:xfrm>
          <a:prstGeom prst="bentConnector3">
            <a:avLst>
              <a:gd name="adj1" fmla="val 694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0577DF5B-0439-4615-B318-7CD168E1A68D}"/>
              </a:ext>
            </a:extLst>
          </p:cNvPr>
          <p:cNvSpPr txBox="1"/>
          <p:nvPr/>
        </p:nvSpPr>
        <p:spPr>
          <a:xfrm>
            <a:off x="7167315" y="5632854"/>
            <a:ext cx="1125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9" name="그림 218">
            <a:extLst>
              <a:ext uri="{FF2B5EF4-FFF2-40B4-BE49-F238E27FC236}">
                <a16:creationId xmlns:a16="http://schemas.microsoft.com/office/drawing/2014/main" id="{DB0A5373-36D1-413F-A6DF-93508BEC7BBC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465472" y="5070209"/>
            <a:ext cx="536141" cy="536141"/>
          </a:xfrm>
          <a:prstGeom prst="rect">
            <a:avLst/>
          </a:prstGeom>
        </p:spPr>
      </p:pic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9FFBD2C7-DF15-4AB9-8123-564D041FA468}"/>
              </a:ext>
            </a:extLst>
          </p:cNvPr>
          <p:cNvCxnSpPr>
            <a:cxnSpLocks/>
          </p:cNvCxnSpPr>
          <p:nvPr/>
        </p:nvCxnSpPr>
        <p:spPr>
          <a:xfrm flipV="1">
            <a:off x="9985759" y="2562801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DD79F63D-EDDC-49EE-B7DE-264B1EB98BD6}"/>
              </a:ext>
            </a:extLst>
          </p:cNvPr>
          <p:cNvCxnSpPr>
            <a:cxnSpLocks/>
          </p:cNvCxnSpPr>
          <p:nvPr/>
        </p:nvCxnSpPr>
        <p:spPr>
          <a:xfrm flipH="1">
            <a:off x="8097518" y="5309528"/>
            <a:ext cx="48393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680C8A6E-8A74-400A-A754-9ADD0C4AA6FA}"/>
              </a:ext>
            </a:extLst>
          </p:cNvPr>
          <p:cNvCxnSpPr>
            <a:cxnSpLocks/>
          </p:cNvCxnSpPr>
          <p:nvPr/>
        </p:nvCxnSpPr>
        <p:spPr>
          <a:xfrm flipV="1">
            <a:off x="8120200" y="5398987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4" name="그림 3">
            <a:extLst>
              <a:ext uri="{FF2B5EF4-FFF2-40B4-BE49-F238E27FC236}">
                <a16:creationId xmlns:a16="http://schemas.microsoft.com/office/drawing/2014/main" id="{850318B7-6D2B-49BC-95FF-85A9A57C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2198" y="1836496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" name="그림 3">
            <a:extLst>
              <a:ext uri="{FF2B5EF4-FFF2-40B4-BE49-F238E27FC236}">
                <a16:creationId xmlns:a16="http://schemas.microsoft.com/office/drawing/2014/main" id="{F4C7A1E6-8B6E-4D0B-92A9-7CBE2F4F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885" y="4694849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EECFFA3F-D33E-492A-9BE1-6DF7C039C5A0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307405" y="3181593"/>
            <a:ext cx="347313" cy="34731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284968-3E7C-4923-8AEF-BC22EFEB36ED}"/>
              </a:ext>
            </a:extLst>
          </p:cNvPr>
          <p:cNvSpPr/>
          <p:nvPr/>
        </p:nvSpPr>
        <p:spPr>
          <a:xfrm>
            <a:off x="94651" y="3682810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입력</a:t>
            </a: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00ABCE79-5FA5-4985-9273-7A56D8F5B4F3}"/>
              </a:ext>
            </a:extLst>
          </p:cNvPr>
          <p:cNvSpPr/>
          <p:nvPr/>
        </p:nvSpPr>
        <p:spPr>
          <a:xfrm>
            <a:off x="1272827" y="3726400"/>
            <a:ext cx="847495" cy="22086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C9BBBE00-B73C-4C05-9A9A-4A937BF46AE3}"/>
              </a:ext>
            </a:extLst>
          </p:cNvPr>
          <p:cNvSpPr/>
          <p:nvPr/>
        </p:nvSpPr>
        <p:spPr>
          <a:xfrm>
            <a:off x="1008349" y="2265156"/>
            <a:ext cx="1361215" cy="22086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지도</a:t>
            </a:r>
            <a:r>
              <a:rPr lang="en-US" altLang="ko-KR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지하철 데이터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E40D847-6815-410D-AF4D-6A83C5B83815}"/>
              </a:ext>
            </a:extLst>
          </p:cNvPr>
          <p:cNvSpPr/>
          <p:nvPr/>
        </p:nvSpPr>
        <p:spPr>
          <a:xfrm>
            <a:off x="762152" y="4814978"/>
            <a:ext cx="185654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상권현황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E1B798E9-FD0D-4DC0-B494-5B5019BFFCD2}"/>
              </a:ext>
            </a:extLst>
          </p:cNvPr>
          <p:cNvSpPr/>
          <p:nvPr/>
        </p:nvSpPr>
        <p:spPr>
          <a:xfrm>
            <a:off x="2354644" y="3682810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137837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다리꼴 20">
            <a:extLst>
              <a:ext uri="{FF2B5EF4-FFF2-40B4-BE49-F238E27FC236}">
                <a16:creationId xmlns:a16="http://schemas.microsoft.com/office/drawing/2014/main" id="{DE8C2475-8AD3-4C5A-A4A1-8519C7830097}"/>
              </a:ext>
            </a:extLst>
          </p:cNvPr>
          <p:cNvSpPr/>
          <p:nvPr/>
        </p:nvSpPr>
        <p:spPr>
          <a:xfrm rot="16200000">
            <a:off x="5224608" y="2940658"/>
            <a:ext cx="2562437" cy="482885"/>
          </a:xfrm>
          <a:prstGeom prst="trapezoid">
            <a:avLst>
              <a:gd name="adj" fmla="val 207944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줄무늬가 있는 오른쪽 12">
            <a:extLst>
              <a:ext uri="{FF2B5EF4-FFF2-40B4-BE49-F238E27FC236}">
                <a16:creationId xmlns:a16="http://schemas.microsoft.com/office/drawing/2014/main" id="{DAC6D04E-2A01-4530-A49E-22AEEFCA16A8}"/>
              </a:ext>
            </a:extLst>
          </p:cNvPr>
          <p:cNvSpPr/>
          <p:nvPr/>
        </p:nvSpPr>
        <p:spPr>
          <a:xfrm>
            <a:off x="4891335" y="2910660"/>
            <a:ext cx="627413" cy="564726"/>
          </a:xfrm>
          <a:prstGeom prst="stripedRightArrow">
            <a:avLst/>
          </a:prstGeom>
          <a:solidFill>
            <a:srgbClr val="ACC6D8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17C4A6-03D1-417A-BBDC-A5A443DCC93B}"/>
              </a:ext>
            </a:extLst>
          </p:cNvPr>
          <p:cNvGrpSpPr/>
          <p:nvPr/>
        </p:nvGrpSpPr>
        <p:grpSpPr>
          <a:xfrm>
            <a:off x="2024609" y="2947917"/>
            <a:ext cx="826368" cy="702304"/>
            <a:chOff x="711540" y="3239765"/>
            <a:chExt cx="2101977" cy="1950738"/>
          </a:xfrm>
        </p:grpSpPr>
        <p:pic>
          <p:nvPicPr>
            <p:cNvPr id="161" name="Image 177" descr="preencoded.png">
              <a:extLst>
                <a:ext uri="{FF2B5EF4-FFF2-40B4-BE49-F238E27FC236}">
                  <a16:creationId xmlns:a16="http://schemas.microsoft.com/office/drawing/2014/main" id="{D3C40A50-9908-4916-92AB-B1BCD933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5496" y="3242985"/>
              <a:ext cx="2010217" cy="1835774"/>
            </a:xfrm>
            <a:prstGeom prst="rect">
              <a:avLst/>
            </a:prstGeom>
          </p:spPr>
        </p:pic>
        <p:pic>
          <p:nvPicPr>
            <p:cNvPr id="70" name="Image 125" descr="preencoded.png">
              <a:extLst>
                <a:ext uri="{FF2B5EF4-FFF2-40B4-BE49-F238E27FC236}">
                  <a16:creationId xmlns:a16="http://schemas.microsoft.com/office/drawing/2014/main" id="{5B0302EB-ADD6-45F2-9AE0-6C12E1D37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623" y="3239765"/>
              <a:ext cx="465174" cy="564854"/>
            </a:xfrm>
            <a:prstGeom prst="rect">
              <a:avLst/>
            </a:prstGeom>
          </p:spPr>
        </p:pic>
        <p:pic>
          <p:nvPicPr>
            <p:cNvPr id="74" name="Image 126" descr="preencoded.png">
              <a:extLst>
                <a:ext uri="{FF2B5EF4-FFF2-40B4-BE49-F238E27FC236}">
                  <a16:creationId xmlns:a16="http://schemas.microsoft.com/office/drawing/2014/main" id="{BFA429C7-79C6-4D98-A26E-75C0A83B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7792" y="5006427"/>
              <a:ext cx="49840" cy="74759"/>
            </a:xfrm>
            <a:prstGeom prst="rect">
              <a:avLst/>
            </a:prstGeom>
          </p:spPr>
        </p:pic>
        <p:pic>
          <p:nvPicPr>
            <p:cNvPr id="76" name="Image 127" descr="preencoded.png">
              <a:extLst>
                <a:ext uri="{FF2B5EF4-FFF2-40B4-BE49-F238E27FC236}">
                  <a16:creationId xmlns:a16="http://schemas.microsoft.com/office/drawing/2014/main" id="{B1F9BC49-F26B-4651-8A8C-1E73F1B47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1988" y="4724831"/>
              <a:ext cx="49840" cy="299040"/>
            </a:xfrm>
            <a:prstGeom prst="rect">
              <a:avLst/>
            </a:prstGeom>
          </p:spPr>
        </p:pic>
        <p:pic>
          <p:nvPicPr>
            <p:cNvPr id="77" name="Image 128" descr="preencoded.png">
              <a:extLst>
                <a:ext uri="{FF2B5EF4-FFF2-40B4-BE49-F238E27FC236}">
                  <a16:creationId xmlns:a16="http://schemas.microsoft.com/office/drawing/2014/main" id="{7B12F606-18BE-405F-A7CF-65006A74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5533" y="3373586"/>
              <a:ext cx="1320762" cy="1370599"/>
            </a:xfrm>
            <a:prstGeom prst="rect">
              <a:avLst/>
            </a:prstGeom>
          </p:spPr>
        </p:pic>
        <p:pic>
          <p:nvPicPr>
            <p:cNvPr id="78" name="Image 129" descr="preencoded.png">
              <a:extLst>
                <a:ext uri="{FF2B5EF4-FFF2-40B4-BE49-F238E27FC236}">
                  <a16:creationId xmlns:a16="http://schemas.microsoft.com/office/drawing/2014/main" id="{4C6DA928-FCAA-44BA-A8EC-6DA1EE8C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2354" y="4542969"/>
              <a:ext cx="232587" cy="199360"/>
            </a:xfrm>
            <a:prstGeom prst="rect">
              <a:avLst/>
            </a:prstGeom>
          </p:spPr>
        </p:pic>
        <p:pic>
          <p:nvPicPr>
            <p:cNvPr id="79" name="Image 130" descr="preencoded.png">
              <a:extLst>
                <a:ext uri="{FF2B5EF4-FFF2-40B4-BE49-F238E27FC236}">
                  <a16:creationId xmlns:a16="http://schemas.microsoft.com/office/drawing/2014/main" id="{23553249-CAF1-4F91-9318-68E44551F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2490" y="4726409"/>
              <a:ext cx="315654" cy="16614"/>
            </a:xfrm>
            <a:prstGeom prst="rect">
              <a:avLst/>
            </a:prstGeom>
          </p:spPr>
        </p:pic>
        <p:pic>
          <p:nvPicPr>
            <p:cNvPr id="80" name="Image 131" descr="preencoded.png">
              <a:extLst>
                <a:ext uri="{FF2B5EF4-FFF2-40B4-BE49-F238E27FC236}">
                  <a16:creationId xmlns:a16="http://schemas.microsoft.com/office/drawing/2014/main" id="{16D13EEA-B4CA-4DEA-B9C6-22E32708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471" y="4394309"/>
              <a:ext cx="564854" cy="348880"/>
            </a:xfrm>
            <a:prstGeom prst="rect">
              <a:avLst/>
            </a:prstGeom>
          </p:spPr>
        </p:pic>
        <p:pic>
          <p:nvPicPr>
            <p:cNvPr id="81" name="Image 132" descr="preencoded.png">
              <a:extLst>
                <a:ext uri="{FF2B5EF4-FFF2-40B4-BE49-F238E27FC236}">
                  <a16:creationId xmlns:a16="http://schemas.microsoft.com/office/drawing/2014/main" id="{5FE004F3-0BA1-4AA9-B0D2-784BEB832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2921" y="3760926"/>
              <a:ext cx="16614" cy="647920"/>
            </a:xfrm>
            <a:prstGeom prst="rect">
              <a:avLst/>
            </a:prstGeom>
          </p:spPr>
        </p:pic>
        <p:pic>
          <p:nvPicPr>
            <p:cNvPr id="87" name="Image 133" descr="preencoded.png">
              <a:extLst>
                <a:ext uri="{FF2B5EF4-FFF2-40B4-BE49-F238E27FC236}">
                  <a16:creationId xmlns:a16="http://schemas.microsoft.com/office/drawing/2014/main" id="{8885FCCD-1709-478F-858A-A3B9E8625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1540" y="4376955"/>
              <a:ext cx="24919" cy="33228"/>
            </a:xfrm>
            <a:prstGeom prst="rect">
              <a:avLst/>
            </a:prstGeom>
          </p:spPr>
        </p:pic>
        <p:pic>
          <p:nvPicPr>
            <p:cNvPr id="89" name="Image 134" descr="preencoded.png">
              <a:extLst>
                <a:ext uri="{FF2B5EF4-FFF2-40B4-BE49-F238E27FC236}">
                  <a16:creationId xmlns:a16="http://schemas.microsoft.com/office/drawing/2014/main" id="{633F37C7-73FB-4297-882E-52799F58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57940" y="3250730"/>
              <a:ext cx="1221082" cy="1885613"/>
            </a:xfrm>
            <a:prstGeom prst="rect">
              <a:avLst/>
            </a:prstGeom>
          </p:spPr>
        </p:pic>
        <p:pic>
          <p:nvPicPr>
            <p:cNvPr id="90" name="Image 135" descr="preencoded.png">
              <a:extLst>
                <a:ext uri="{FF2B5EF4-FFF2-40B4-BE49-F238E27FC236}">
                  <a16:creationId xmlns:a16="http://schemas.microsoft.com/office/drawing/2014/main" id="{632F1989-8432-4326-BD02-A55B1AA9F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50296" y="4243642"/>
              <a:ext cx="647921" cy="689453"/>
            </a:xfrm>
            <a:prstGeom prst="rect">
              <a:avLst/>
            </a:prstGeom>
          </p:spPr>
        </p:pic>
        <p:pic>
          <p:nvPicPr>
            <p:cNvPr id="92" name="Image 136" descr="preencoded.png">
              <a:extLst>
                <a:ext uri="{FF2B5EF4-FFF2-40B4-BE49-F238E27FC236}">
                  <a16:creationId xmlns:a16="http://schemas.microsoft.com/office/drawing/2014/main" id="{28340877-C637-477D-9841-C612758E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81262" y="4531098"/>
              <a:ext cx="33227" cy="33228"/>
            </a:xfrm>
            <a:prstGeom prst="rect">
              <a:avLst/>
            </a:prstGeom>
          </p:spPr>
        </p:pic>
        <p:pic>
          <p:nvPicPr>
            <p:cNvPr id="93" name="Image 137" descr="preencoded.png">
              <a:extLst>
                <a:ext uri="{FF2B5EF4-FFF2-40B4-BE49-F238E27FC236}">
                  <a16:creationId xmlns:a16="http://schemas.microsoft.com/office/drawing/2014/main" id="{1ACF3A6A-977E-47C7-BB97-7307C53F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16636" y="4311326"/>
              <a:ext cx="24919" cy="49840"/>
            </a:xfrm>
            <a:prstGeom prst="rect">
              <a:avLst/>
            </a:prstGeom>
          </p:spPr>
        </p:pic>
        <p:pic>
          <p:nvPicPr>
            <p:cNvPr id="94" name="Image 138" descr="preencoded.png">
              <a:extLst>
                <a:ext uri="{FF2B5EF4-FFF2-40B4-BE49-F238E27FC236}">
                  <a16:creationId xmlns:a16="http://schemas.microsoft.com/office/drawing/2014/main" id="{0284BFA7-1382-4A37-9E70-0CC01FF3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06579" y="3373588"/>
              <a:ext cx="1295843" cy="1187853"/>
            </a:xfrm>
            <a:prstGeom prst="rect">
              <a:avLst/>
            </a:prstGeom>
          </p:spPr>
        </p:pic>
        <p:pic>
          <p:nvPicPr>
            <p:cNvPr id="95" name="Image 139" descr="preencoded.png">
              <a:extLst>
                <a:ext uri="{FF2B5EF4-FFF2-40B4-BE49-F238E27FC236}">
                  <a16:creationId xmlns:a16="http://schemas.microsoft.com/office/drawing/2014/main" id="{A5A8E798-DF16-4EC6-B4E3-4AE2E9AE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69571" y="4531536"/>
              <a:ext cx="58146" cy="24919"/>
            </a:xfrm>
            <a:prstGeom prst="rect">
              <a:avLst/>
            </a:prstGeom>
          </p:spPr>
        </p:pic>
        <p:pic>
          <p:nvPicPr>
            <p:cNvPr id="97" name="Image 140" descr="preencoded.png">
              <a:extLst>
                <a:ext uri="{FF2B5EF4-FFF2-40B4-BE49-F238E27FC236}">
                  <a16:creationId xmlns:a16="http://schemas.microsoft.com/office/drawing/2014/main" id="{BBD39C63-BB15-4D1F-8399-B24AEFF4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931125" y="5115744"/>
              <a:ext cx="41534" cy="74759"/>
            </a:xfrm>
            <a:prstGeom prst="rect">
              <a:avLst/>
            </a:prstGeom>
          </p:spPr>
        </p:pic>
        <p:pic>
          <p:nvPicPr>
            <p:cNvPr id="98" name="Image 141" descr="preencoded.png">
              <a:extLst>
                <a:ext uri="{FF2B5EF4-FFF2-40B4-BE49-F238E27FC236}">
                  <a16:creationId xmlns:a16="http://schemas.microsoft.com/office/drawing/2014/main" id="{BADD0B08-E39A-4E2F-8AC7-E7E98BA1F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2909" y="4110887"/>
              <a:ext cx="1121402" cy="440253"/>
            </a:xfrm>
            <a:prstGeom prst="rect">
              <a:avLst/>
            </a:prstGeom>
          </p:spPr>
        </p:pic>
        <p:pic>
          <p:nvPicPr>
            <p:cNvPr id="99" name="Image 142" descr="preencoded.png">
              <a:extLst>
                <a:ext uri="{FF2B5EF4-FFF2-40B4-BE49-F238E27FC236}">
                  <a16:creationId xmlns:a16="http://schemas.microsoft.com/office/drawing/2014/main" id="{599B9C52-07B0-47CD-ADBC-5DE14893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76617" y="4124591"/>
              <a:ext cx="946961" cy="299040"/>
            </a:xfrm>
            <a:prstGeom prst="rect">
              <a:avLst/>
            </a:prstGeom>
          </p:spPr>
        </p:pic>
        <p:pic>
          <p:nvPicPr>
            <p:cNvPr id="100" name="Image 143" descr="preencoded.png">
              <a:extLst>
                <a:ext uri="{FF2B5EF4-FFF2-40B4-BE49-F238E27FC236}">
                  <a16:creationId xmlns:a16="http://schemas.microsoft.com/office/drawing/2014/main" id="{A6943B1B-497F-4E69-86B4-EC6AD387E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27861" y="4309735"/>
              <a:ext cx="41534" cy="58147"/>
            </a:xfrm>
            <a:prstGeom prst="rect">
              <a:avLst/>
            </a:prstGeom>
          </p:spPr>
        </p:pic>
        <p:pic>
          <p:nvPicPr>
            <p:cNvPr id="101" name="Image 144" descr="preencoded.png">
              <a:extLst>
                <a:ext uri="{FF2B5EF4-FFF2-40B4-BE49-F238E27FC236}">
                  <a16:creationId xmlns:a16="http://schemas.microsoft.com/office/drawing/2014/main" id="{F13F2558-7829-45C5-B9A8-AAC802047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12743" y="4229726"/>
              <a:ext cx="132907" cy="99681"/>
            </a:xfrm>
            <a:prstGeom prst="rect">
              <a:avLst/>
            </a:prstGeom>
          </p:spPr>
        </p:pic>
        <p:pic>
          <p:nvPicPr>
            <p:cNvPr id="102" name="Image 145" descr="preencoded.png">
              <a:extLst>
                <a:ext uri="{FF2B5EF4-FFF2-40B4-BE49-F238E27FC236}">
                  <a16:creationId xmlns:a16="http://schemas.microsoft.com/office/drawing/2014/main" id="{7AA41B57-C16F-448B-A2DA-87FE63A88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30636" y="4309499"/>
              <a:ext cx="315654" cy="58147"/>
            </a:xfrm>
            <a:prstGeom prst="rect">
              <a:avLst/>
            </a:prstGeom>
          </p:spPr>
        </p:pic>
        <p:pic>
          <p:nvPicPr>
            <p:cNvPr id="103" name="Image 146" descr="preencoded.png">
              <a:extLst>
                <a:ext uri="{FF2B5EF4-FFF2-40B4-BE49-F238E27FC236}">
                  <a16:creationId xmlns:a16="http://schemas.microsoft.com/office/drawing/2014/main" id="{C8A612EC-53CE-45B1-B1F7-83BDF65C6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28680" y="4348457"/>
              <a:ext cx="33227" cy="58147"/>
            </a:xfrm>
            <a:prstGeom prst="rect">
              <a:avLst/>
            </a:prstGeom>
          </p:spPr>
        </p:pic>
        <p:pic>
          <p:nvPicPr>
            <p:cNvPr id="104" name="Image 181" descr="preencoded.png">
              <a:extLst>
                <a:ext uri="{FF2B5EF4-FFF2-40B4-BE49-F238E27FC236}">
                  <a16:creationId xmlns:a16="http://schemas.microsoft.com/office/drawing/2014/main" id="{D1AD518B-EF0A-4355-88B8-FBA3208C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99687" y="3377741"/>
              <a:ext cx="1312456" cy="1179547"/>
            </a:xfrm>
            <a:prstGeom prst="rect">
              <a:avLst/>
            </a:prstGeom>
          </p:spPr>
        </p:pic>
        <p:pic>
          <p:nvPicPr>
            <p:cNvPr id="105" name="Image 203" descr="preencoded.png">
              <a:extLst>
                <a:ext uri="{FF2B5EF4-FFF2-40B4-BE49-F238E27FC236}">
                  <a16:creationId xmlns:a16="http://schemas.microsoft.com/office/drawing/2014/main" id="{A1E109B1-09FB-4B51-9A80-7B46DEF07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15692" y="3765081"/>
              <a:ext cx="16614" cy="639613"/>
            </a:xfrm>
            <a:prstGeom prst="rect">
              <a:avLst/>
            </a:prstGeom>
          </p:spPr>
        </p:pic>
        <p:pic>
          <p:nvPicPr>
            <p:cNvPr id="106" name="Image 229" descr="preencoded.png">
              <a:extLst>
                <a:ext uri="{FF2B5EF4-FFF2-40B4-BE49-F238E27FC236}">
                  <a16:creationId xmlns:a16="http://schemas.microsoft.com/office/drawing/2014/main" id="{788BDD3B-1D42-41F6-9508-FF3E95503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67062" y="4115041"/>
              <a:ext cx="971882" cy="299040"/>
            </a:xfrm>
            <a:prstGeom prst="rect">
              <a:avLst/>
            </a:prstGeom>
          </p:spPr>
        </p:pic>
        <p:pic>
          <p:nvPicPr>
            <p:cNvPr id="107" name="Image 239" descr="preencoded.png">
              <a:extLst>
                <a:ext uri="{FF2B5EF4-FFF2-40B4-BE49-F238E27FC236}">
                  <a16:creationId xmlns:a16="http://schemas.microsoft.com/office/drawing/2014/main" id="{FF530A9A-B272-43C6-8250-B5E061B03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334789" y="4233882"/>
              <a:ext cx="897121" cy="897120"/>
            </a:xfrm>
            <a:prstGeom prst="rect">
              <a:avLst/>
            </a:prstGeom>
          </p:spPr>
        </p:pic>
        <p:pic>
          <p:nvPicPr>
            <p:cNvPr id="109" name="Image 240" descr="preencoded.png">
              <a:extLst>
                <a:ext uri="{FF2B5EF4-FFF2-40B4-BE49-F238E27FC236}">
                  <a16:creationId xmlns:a16="http://schemas.microsoft.com/office/drawing/2014/main" id="{FB255FED-557E-4E67-9CEC-E597E5199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15692" y="4381111"/>
              <a:ext cx="573161" cy="373801"/>
            </a:xfrm>
            <a:prstGeom prst="rect">
              <a:avLst/>
            </a:prstGeom>
          </p:spPr>
        </p:pic>
        <p:pic>
          <p:nvPicPr>
            <p:cNvPr id="110" name="Image 242" descr="preencoded.png">
              <a:extLst>
                <a:ext uri="{FF2B5EF4-FFF2-40B4-BE49-F238E27FC236}">
                  <a16:creationId xmlns:a16="http://schemas.microsoft.com/office/drawing/2014/main" id="{169EA737-650D-4603-A6D8-39FB1D818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173723" y="4535255"/>
              <a:ext cx="531627" cy="24919"/>
            </a:xfrm>
            <a:prstGeom prst="rect">
              <a:avLst/>
            </a:prstGeom>
          </p:spPr>
        </p:pic>
        <p:pic>
          <p:nvPicPr>
            <p:cNvPr id="111" name="Image 244" descr="preencoded.png">
              <a:extLst>
                <a:ext uri="{FF2B5EF4-FFF2-40B4-BE49-F238E27FC236}">
                  <a16:creationId xmlns:a16="http://schemas.microsoft.com/office/drawing/2014/main" id="{46A80A47-0B8D-4235-B71B-87DB61E9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244744" y="4730565"/>
              <a:ext cx="365494" cy="24919"/>
            </a:xfrm>
            <a:prstGeom prst="rect">
              <a:avLst/>
            </a:prstGeom>
          </p:spPr>
        </p:pic>
        <p:pic>
          <p:nvPicPr>
            <p:cNvPr id="112" name="Image 251" descr="preencoded.png">
              <a:extLst>
                <a:ext uri="{FF2B5EF4-FFF2-40B4-BE49-F238E27FC236}">
                  <a16:creationId xmlns:a16="http://schemas.microsoft.com/office/drawing/2014/main" id="{9CF450BE-0443-462B-A1D6-DB8C25AC7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01031" y="4911899"/>
              <a:ext cx="265814" cy="274121"/>
            </a:xfrm>
            <a:prstGeom prst="rect">
              <a:avLst/>
            </a:prstGeom>
          </p:spPr>
        </p:pic>
        <p:pic>
          <p:nvPicPr>
            <p:cNvPr id="113" name="Image 253" descr="preencoded.png">
              <a:extLst>
                <a:ext uri="{FF2B5EF4-FFF2-40B4-BE49-F238E27FC236}">
                  <a16:creationId xmlns:a16="http://schemas.microsoft.com/office/drawing/2014/main" id="{718CCB19-E167-46AD-AD92-02D9CE698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935279" y="5010582"/>
              <a:ext cx="323961" cy="174439"/>
            </a:xfrm>
            <a:prstGeom prst="rect">
              <a:avLst/>
            </a:prstGeom>
          </p:spPr>
        </p:pic>
        <p:sp>
          <p:nvSpPr>
            <p:cNvPr id="114" name="Shape 9">
              <a:extLst>
                <a:ext uri="{FF2B5EF4-FFF2-40B4-BE49-F238E27FC236}">
                  <a16:creationId xmlns:a16="http://schemas.microsoft.com/office/drawing/2014/main" id="{F0AA134B-870C-456B-ABC9-A2001C3C1AA4}"/>
                </a:ext>
              </a:extLst>
            </p:cNvPr>
            <p:cNvSpPr/>
            <p:nvPr/>
          </p:nvSpPr>
          <p:spPr>
            <a:xfrm rot="13302000">
              <a:off x="1001110" y="3537312"/>
              <a:ext cx="111142" cy="104332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15" name="Shape 10">
              <a:extLst>
                <a:ext uri="{FF2B5EF4-FFF2-40B4-BE49-F238E27FC236}">
                  <a16:creationId xmlns:a16="http://schemas.microsoft.com/office/drawing/2014/main" id="{B838D7DF-E901-4F6E-954E-ECF1DAF17E36}"/>
                </a:ext>
              </a:extLst>
            </p:cNvPr>
            <p:cNvSpPr/>
            <p:nvPr/>
          </p:nvSpPr>
          <p:spPr>
            <a:xfrm>
              <a:off x="1162924" y="3537394"/>
              <a:ext cx="932010" cy="36218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6" name="Shape 11">
              <a:extLst>
                <a:ext uri="{FF2B5EF4-FFF2-40B4-BE49-F238E27FC236}">
                  <a16:creationId xmlns:a16="http://schemas.microsoft.com/office/drawing/2014/main" id="{0D16C1AB-335E-43F7-ADB4-A3B11020E9C3}"/>
                </a:ext>
              </a:extLst>
            </p:cNvPr>
            <p:cNvSpPr/>
            <p:nvPr/>
          </p:nvSpPr>
          <p:spPr>
            <a:xfrm rot="21588000">
              <a:off x="1159436" y="3600693"/>
              <a:ext cx="454873" cy="36881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D8C5C000-ECA7-491F-A4A2-AD8680EA0915}"/>
                </a:ext>
              </a:extLst>
            </p:cNvPr>
            <p:cNvSpPr/>
            <p:nvPr/>
          </p:nvSpPr>
          <p:spPr>
            <a:xfrm rot="17760000">
              <a:off x="1003685" y="3710755"/>
              <a:ext cx="105329" cy="10184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0" name="Shape 17">
              <a:extLst>
                <a:ext uri="{FF2B5EF4-FFF2-40B4-BE49-F238E27FC236}">
                  <a16:creationId xmlns:a16="http://schemas.microsoft.com/office/drawing/2014/main" id="{E8DAA706-9A87-42AC-B095-E12C06277A6B}"/>
                </a:ext>
              </a:extLst>
            </p:cNvPr>
            <p:cNvSpPr/>
            <p:nvPr/>
          </p:nvSpPr>
          <p:spPr>
            <a:xfrm>
              <a:off x="1160433" y="3709924"/>
              <a:ext cx="931512" cy="36052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1" name="Shape 18">
              <a:extLst>
                <a:ext uri="{FF2B5EF4-FFF2-40B4-BE49-F238E27FC236}">
                  <a16:creationId xmlns:a16="http://schemas.microsoft.com/office/drawing/2014/main" id="{191F42B0-F8F3-4446-BC06-284CAC2BE0D4}"/>
                </a:ext>
              </a:extLst>
            </p:cNvPr>
            <p:cNvSpPr/>
            <p:nvPr/>
          </p:nvSpPr>
          <p:spPr>
            <a:xfrm>
              <a:off x="1163672" y="3772389"/>
              <a:ext cx="720688" cy="35719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4" name="Shape 23">
              <a:extLst>
                <a:ext uri="{FF2B5EF4-FFF2-40B4-BE49-F238E27FC236}">
                  <a16:creationId xmlns:a16="http://schemas.microsoft.com/office/drawing/2014/main" id="{6825D910-9D97-4583-9665-9A4508DE1211}"/>
                </a:ext>
              </a:extLst>
            </p:cNvPr>
            <p:cNvSpPr/>
            <p:nvPr/>
          </p:nvSpPr>
          <p:spPr>
            <a:xfrm rot="21594000">
              <a:off x="804076" y="3856787"/>
              <a:ext cx="28243" cy="263653"/>
            </a:xfrm>
            <a:prstGeom prst="roundRect">
              <a:avLst/>
            </a:prstGeom>
            <a:solidFill>
              <a:srgbClr val="373736"/>
            </a:solidFill>
            <a:ln/>
          </p:spPr>
        </p:sp>
        <p:sp>
          <p:nvSpPr>
            <p:cNvPr id="125" name="Shape 24">
              <a:extLst>
                <a:ext uri="{FF2B5EF4-FFF2-40B4-BE49-F238E27FC236}">
                  <a16:creationId xmlns:a16="http://schemas.microsoft.com/office/drawing/2014/main" id="{5FC439D8-E0EE-49C9-A0D3-FE36C445E00A}"/>
                </a:ext>
              </a:extLst>
            </p:cNvPr>
            <p:cNvSpPr/>
            <p:nvPr/>
          </p:nvSpPr>
          <p:spPr>
            <a:xfrm rot="15420000">
              <a:off x="1003353" y="3879796"/>
              <a:ext cx="108652" cy="10483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6" name="Shape 25">
              <a:extLst>
                <a:ext uri="{FF2B5EF4-FFF2-40B4-BE49-F238E27FC236}">
                  <a16:creationId xmlns:a16="http://schemas.microsoft.com/office/drawing/2014/main" id="{499EEBD7-AD9F-4961-BB8D-EDCA21FB7ECE}"/>
                </a:ext>
              </a:extLst>
            </p:cNvPr>
            <p:cNvSpPr/>
            <p:nvPr/>
          </p:nvSpPr>
          <p:spPr>
            <a:xfrm>
              <a:off x="1162093" y="3914850"/>
              <a:ext cx="592599" cy="37047"/>
            </a:xfrm>
            <a:prstGeom prst="roundRect">
              <a:avLst/>
            </a:prstGeom>
            <a:solidFill>
              <a:srgbClr val="C8D1E4"/>
            </a:solidFill>
            <a:ln/>
          </p:spPr>
        </p:sp>
        <p:pic>
          <p:nvPicPr>
            <p:cNvPr id="127" name="Image 386" descr="preencoded.png">
              <a:extLst>
                <a:ext uri="{FF2B5EF4-FFF2-40B4-BE49-F238E27FC236}">
                  <a16:creationId xmlns:a16="http://schemas.microsoft.com/office/drawing/2014/main" id="{46470289-3A32-445B-89E2-B58B5A35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225950" y="3928439"/>
              <a:ext cx="124601" cy="124601"/>
            </a:xfrm>
            <a:prstGeom prst="rect">
              <a:avLst/>
            </a:prstGeom>
          </p:spPr>
        </p:pic>
        <p:sp>
          <p:nvSpPr>
            <p:cNvPr id="128" name="Shape 33">
              <a:extLst>
                <a:ext uri="{FF2B5EF4-FFF2-40B4-BE49-F238E27FC236}">
                  <a16:creationId xmlns:a16="http://schemas.microsoft.com/office/drawing/2014/main" id="{B4B11505-C5D0-48E1-8099-E53E9FE0A61B}"/>
                </a:ext>
              </a:extLst>
            </p:cNvPr>
            <p:cNvSpPr/>
            <p:nvPr/>
          </p:nvSpPr>
          <p:spPr>
            <a:xfrm rot="72000">
              <a:off x="1105691" y="4165296"/>
              <a:ext cx="87386" cy="49840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32" name="Shape 34">
              <a:extLst>
                <a:ext uri="{FF2B5EF4-FFF2-40B4-BE49-F238E27FC236}">
                  <a16:creationId xmlns:a16="http://schemas.microsoft.com/office/drawing/2014/main" id="{3F5E0202-4356-4E59-9137-D47FC8C00814}"/>
                </a:ext>
              </a:extLst>
            </p:cNvPr>
            <p:cNvSpPr/>
            <p:nvPr/>
          </p:nvSpPr>
          <p:spPr>
            <a:xfrm rot="21570000">
              <a:off x="1679848" y="4165131"/>
              <a:ext cx="85227" cy="4967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AE778B23-7582-4133-89F2-D1C904DC2724}"/>
                </a:ext>
              </a:extLst>
            </p:cNvPr>
            <p:cNvSpPr/>
            <p:nvPr/>
          </p:nvSpPr>
          <p:spPr>
            <a:xfrm rot="21588000">
              <a:off x="1906038" y="4164963"/>
              <a:ext cx="87055" cy="5083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4" name="Shape 36">
              <a:extLst>
                <a:ext uri="{FF2B5EF4-FFF2-40B4-BE49-F238E27FC236}">
                  <a16:creationId xmlns:a16="http://schemas.microsoft.com/office/drawing/2014/main" id="{36767359-071C-4A24-A833-CA79DC9563D8}"/>
                </a:ext>
              </a:extLst>
            </p:cNvPr>
            <p:cNvSpPr/>
            <p:nvPr/>
          </p:nvSpPr>
          <p:spPr>
            <a:xfrm rot="24000">
              <a:off x="1220156" y="4167040"/>
              <a:ext cx="86223" cy="4917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D3D72F8A-3E2E-4D26-BAD3-741B3FBA4341}"/>
                </a:ext>
              </a:extLst>
            </p:cNvPr>
            <p:cNvSpPr/>
            <p:nvPr/>
          </p:nvSpPr>
          <p:spPr>
            <a:xfrm rot="12000">
              <a:off x="1336200" y="4166541"/>
              <a:ext cx="84230" cy="4867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6" name="Shape 38">
              <a:extLst>
                <a:ext uri="{FF2B5EF4-FFF2-40B4-BE49-F238E27FC236}">
                  <a16:creationId xmlns:a16="http://schemas.microsoft.com/office/drawing/2014/main" id="{D733C84C-A276-4051-B253-470609401D76}"/>
                </a:ext>
              </a:extLst>
            </p:cNvPr>
            <p:cNvSpPr/>
            <p:nvPr/>
          </p:nvSpPr>
          <p:spPr>
            <a:xfrm rot="24000">
              <a:off x="1450998" y="4165960"/>
              <a:ext cx="85227" cy="4900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7" name="Shape 39">
              <a:extLst>
                <a:ext uri="{FF2B5EF4-FFF2-40B4-BE49-F238E27FC236}">
                  <a16:creationId xmlns:a16="http://schemas.microsoft.com/office/drawing/2014/main" id="{5138B95A-7D20-4337-A710-F17FD989087A}"/>
                </a:ext>
              </a:extLst>
            </p:cNvPr>
            <p:cNvSpPr/>
            <p:nvPr/>
          </p:nvSpPr>
          <p:spPr>
            <a:xfrm rot="18000">
              <a:off x="1565217" y="4166127"/>
              <a:ext cx="85393" cy="495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8" name="Shape 40">
              <a:extLst>
                <a:ext uri="{FF2B5EF4-FFF2-40B4-BE49-F238E27FC236}">
                  <a16:creationId xmlns:a16="http://schemas.microsoft.com/office/drawing/2014/main" id="{17C918A3-6406-4835-A4DF-1BBD8F733509}"/>
                </a:ext>
              </a:extLst>
            </p:cNvPr>
            <p:cNvSpPr/>
            <p:nvPr/>
          </p:nvSpPr>
          <p:spPr>
            <a:xfrm rot="84000">
              <a:off x="1793318" y="4165546"/>
              <a:ext cx="86223" cy="50172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9" name="Shape 45">
              <a:extLst>
                <a:ext uri="{FF2B5EF4-FFF2-40B4-BE49-F238E27FC236}">
                  <a16:creationId xmlns:a16="http://schemas.microsoft.com/office/drawing/2014/main" id="{6F295352-1D54-4B4A-8400-7DCB555DDE47}"/>
                </a:ext>
              </a:extLst>
            </p:cNvPr>
            <p:cNvSpPr/>
            <p:nvPr/>
          </p:nvSpPr>
          <p:spPr>
            <a:xfrm rot="21534000">
              <a:off x="1108847" y="4236983"/>
              <a:ext cx="141878" cy="5200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0" name="Shape 46">
              <a:extLst>
                <a:ext uri="{FF2B5EF4-FFF2-40B4-BE49-F238E27FC236}">
                  <a16:creationId xmlns:a16="http://schemas.microsoft.com/office/drawing/2014/main" id="{2417412E-85AF-49D7-8AF3-9CD13667732A}"/>
                </a:ext>
              </a:extLst>
            </p:cNvPr>
            <p:cNvSpPr/>
            <p:nvPr/>
          </p:nvSpPr>
          <p:spPr>
            <a:xfrm rot="30000">
              <a:off x="1276726" y="4237563"/>
              <a:ext cx="87055" cy="5216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724531BC-25A1-4599-BF67-35F07534BDFD}"/>
                </a:ext>
              </a:extLst>
            </p:cNvPr>
            <p:cNvSpPr/>
            <p:nvPr/>
          </p:nvSpPr>
          <p:spPr>
            <a:xfrm rot="12000">
              <a:off x="1845816" y="4237813"/>
              <a:ext cx="146862" cy="5067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2" name="Shape 48">
              <a:extLst>
                <a:ext uri="{FF2B5EF4-FFF2-40B4-BE49-F238E27FC236}">
                  <a16:creationId xmlns:a16="http://schemas.microsoft.com/office/drawing/2014/main" id="{4FCC6473-54E8-4138-B41D-1C1C3EAFED34}"/>
                </a:ext>
              </a:extLst>
            </p:cNvPr>
            <p:cNvSpPr/>
            <p:nvPr/>
          </p:nvSpPr>
          <p:spPr>
            <a:xfrm rot="36000">
              <a:off x="1389529" y="4239808"/>
              <a:ext cx="85227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3" name="Shape 49">
              <a:extLst>
                <a:ext uri="{FF2B5EF4-FFF2-40B4-BE49-F238E27FC236}">
                  <a16:creationId xmlns:a16="http://schemas.microsoft.com/office/drawing/2014/main" id="{22C7A6C3-D0AA-4BB7-921C-4D794C48C9F6}"/>
                </a:ext>
              </a:extLst>
            </p:cNvPr>
            <p:cNvSpPr/>
            <p:nvPr/>
          </p:nvSpPr>
          <p:spPr>
            <a:xfrm rot="21552000">
              <a:off x="1503165" y="4239640"/>
              <a:ext cx="84395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E1080A48-A771-4ACC-8F09-73AB97432532}"/>
                </a:ext>
              </a:extLst>
            </p:cNvPr>
            <p:cNvSpPr/>
            <p:nvPr/>
          </p:nvSpPr>
          <p:spPr>
            <a:xfrm rot="21588000">
              <a:off x="1732179" y="4239059"/>
              <a:ext cx="87386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5" name="Shape 54">
              <a:extLst>
                <a:ext uri="{FF2B5EF4-FFF2-40B4-BE49-F238E27FC236}">
                  <a16:creationId xmlns:a16="http://schemas.microsoft.com/office/drawing/2014/main" id="{C6724658-6096-4267-B661-D73DF2C0E101}"/>
                </a:ext>
              </a:extLst>
            </p:cNvPr>
            <p:cNvSpPr/>
            <p:nvPr/>
          </p:nvSpPr>
          <p:spPr>
            <a:xfrm rot="48000">
              <a:off x="1104693" y="4313404"/>
              <a:ext cx="87220" cy="5133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6" name="Shape 55">
              <a:extLst>
                <a:ext uri="{FF2B5EF4-FFF2-40B4-BE49-F238E27FC236}">
                  <a16:creationId xmlns:a16="http://schemas.microsoft.com/office/drawing/2014/main" id="{67ED1F39-91A5-4021-B5AD-66A67B487A2E}"/>
                </a:ext>
              </a:extLst>
            </p:cNvPr>
            <p:cNvSpPr/>
            <p:nvPr/>
          </p:nvSpPr>
          <p:spPr>
            <a:xfrm>
              <a:off x="1219741" y="4314483"/>
              <a:ext cx="85227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pic>
          <p:nvPicPr>
            <p:cNvPr id="157" name="Image 394" descr="preencoded.png">
              <a:extLst>
                <a:ext uri="{FF2B5EF4-FFF2-40B4-BE49-F238E27FC236}">
                  <a16:creationId xmlns:a16="http://schemas.microsoft.com/office/drawing/2014/main" id="{5B39B0C1-3CD6-47F6-A4FD-F72DAAA9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92570" y="4314566"/>
              <a:ext cx="83067" cy="49840"/>
            </a:xfrm>
            <a:prstGeom prst="rect">
              <a:avLst/>
            </a:prstGeom>
          </p:spPr>
        </p:pic>
        <p:pic>
          <p:nvPicPr>
            <p:cNvPr id="158" name="Image 395" descr="preencoded.png">
              <a:extLst>
                <a:ext uri="{FF2B5EF4-FFF2-40B4-BE49-F238E27FC236}">
                  <a16:creationId xmlns:a16="http://schemas.microsoft.com/office/drawing/2014/main" id="{54F3BA6A-7F8E-4BD9-9FCC-8C47509D4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906205" y="4315481"/>
              <a:ext cx="83067" cy="49840"/>
            </a:xfrm>
            <a:prstGeom prst="rect">
              <a:avLst/>
            </a:prstGeom>
          </p:spPr>
        </p:pic>
        <p:pic>
          <p:nvPicPr>
            <p:cNvPr id="159" name="Image 396" descr="preencoded.png">
              <a:extLst>
                <a:ext uri="{FF2B5EF4-FFF2-40B4-BE49-F238E27FC236}">
                  <a16:creationId xmlns:a16="http://schemas.microsoft.com/office/drawing/2014/main" id="{D34DB12D-9611-482F-9A6A-FD4499B73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41452" y="4744033"/>
              <a:ext cx="33227" cy="41535"/>
            </a:xfrm>
            <a:prstGeom prst="rect">
              <a:avLst/>
            </a:prstGeom>
          </p:spPr>
        </p:pic>
        <p:sp>
          <p:nvSpPr>
            <p:cNvPr id="160" name="Shape 136">
              <a:extLst>
                <a:ext uri="{FF2B5EF4-FFF2-40B4-BE49-F238E27FC236}">
                  <a16:creationId xmlns:a16="http://schemas.microsoft.com/office/drawing/2014/main" id="{79D92E4A-8BD1-472B-A2C6-C9C6589D78C3}"/>
                </a:ext>
              </a:extLst>
            </p:cNvPr>
            <p:cNvSpPr/>
            <p:nvPr/>
          </p:nvSpPr>
          <p:spPr>
            <a:xfrm>
              <a:off x="2238225" y="3940025"/>
              <a:ext cx="100512" cy="100511"/>
            </a:xfrm>
            <a:prstGeom prst="ellipse">
              <a:avLst/>
            </a:prstGeom>
            <a:solidFill>
              <a:srgbClr val="7C7C7C"/>
            </a:solidFill>
            <a:ln/>
          </p:spPr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E1A96FA-7C03-44DA-8FB0-F9143BF612CD}"/>
                </a:ext>
              </a:extLst>
            </p:cNvPr>
            <p:cNvSpPr/>
            <p:nvPr/>
          </p:nvSpPr>
          <p:spPr>
            <a:xfrm>
              <a:off x="2394822" y="3599906"/>
              <a:ext cx="418695" cy="328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A61E663-641C-493F-AC13-39AE112979B0}"/>
              </a:ext>
            </a:extLst>
          </p:cNvPr>
          <p:cNvSpPr/>
          <p:nvPr/>
        </p:nvSpPr>
        <p:spPr>
          <a:xfrm>
            <a:off x="1860747" y="1024468"/>
            <a:ext cx="3212756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04D1DEA-25EE-439B-B4CA-6BFA79359E9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057554" y="2748186"/>
            <a:ext cx="894132" cy="89413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83CBC0F-791B-404E-ACF4-8E9FDAA28AB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830828" y="4230495"/>
            <a:ext cx="380811" cy="3808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0D5CAB4-B040-49AC-95DD-BB4E2447B8C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30708" y="1670984"/>
            <a:ext cx="380811" cy="3808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1E9BDB7-934B-4DBC-A914-7C4BCAECA7C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11296" y="4219175"/>
            <a:ext cx="380811" cy="380811"/>
          </a:xfrm>
          <a:prstGeom prst="rect">
            <a:avLst/>
          </a:prstGeom>
        </p:spPr>
      </p:pic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B264098-4A55-4EA7-8633-EBF1D6ACFFCD}"/>
              </a:ext>
            </a:extLst>
          </p:cNvPr>
          <p:cNvCxnSpPr>
            <a:cxnSpLocks/>
          </p:cNvCxnSpPr>
          <p:nvPr/>
        </p:nvCxnSpPr>
        <p:spPr>
          <a:xfrm flipV="1">
            <a:off x="3520661" y="3814959"/>
            <a:ext cx="0" cy="313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C96B415A-5260-4BE4-A98C-EB1042403DF8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98683" y="1622960"/>
            <a:ext cx="380811" cy="380811"/>
          </a:xfrm>
          <a:prstGeom prst="rect">
            <a:avLst/>
          </a:prstGeom>
        </p:spPr>
      </p:pic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7DA6AE40-50C8-4770-80C8-F835EF028543}"/>
              </a:ext>
            </a:extLst>
          </p:cNvPr>
          <p:cNvCxnSpPr>
            <a:cxnSpLocks/>
          </p:cNvCxnSpPr>
          <p:nvPr/>
        </p:nvCxnSpPr>
        <p:spPr>
          <a:xfrm>
            <a:off x="3530708" y="2433047"/>
            <a:ext cx="0" cy="3151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6758B142-0C99-4993-9407-43E02A00512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1764" y="4217975"/>
            <a:ext cx="380809" cy="38080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6867E18-7EA7-47A1-98B0-32292EFB4AFF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214118" y="2833892"/>
            <a:ext cx="729895" cy="729895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835F695-0C0D-4EB8-A2AB-F4D129BE5ED6}"/>
              </a:ext>
            </a:extLst>
          </p:cNvPr>
          <p:cNvSpPr/>
          <p:nvPr/>
        </p:nvSpPr>
        <p:spPr>
          <a:xfrm>
            <a:off x="1871215" y="1040022"/>
            <a:ext cx="3182696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282" name="사각형: 둥근 모서리 281">
            <a:extLst>
              <a:ext uri="{FF2B5EF4-FFF2-40B4-BE49-F238E27FC236}">
                <a16:creationId xmlns:a16="http://schemas.microsoft.com/office/drawing/2014/main" id="{F73391EC-C0ED-4EF2-A48F-39AEF34AECE7}"/>
              </a:ext>
            </a:extLst>
          </p:cNvPr>
          <p:cNvSpPr/>
          <p:nvPr/>
        </p:nvSpPr>
        <p:spPr>
          <a:xfrm>
            <a:off x="5349989" y="1022289"/>
            <a:ext cx="5685154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BE8C0C91-8B16-4401-8151-730A58B5B833}"/>
              </a:ext>
            </a:extLst>
          </p:cNvPr>
          <p:cNvSpPr/>
          <p:nvPr/>
        </p:nvSpPr>
        <p:spPr>
          <a:xfrm>
            <a:off x="5359224" y="1043098"/>
            <a:ext cx="5668810" cy="499197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상권 심층 분석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A85BB003-EE8E-4563-B222-DCA26D513970}"/>
              </a:ext>
            </a:extLst>
          </p:cNvPr>
          <p:cNvSpPr/>
          <p:nvPr/>
        </p:nvSpPr>
        <p:spPr>
          <a:xfrm>
            <a:off x="6747268" y="1757868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1FF6F1AC-BA8A-46BE-ABD9-B8F2A1B4017F}"/>
              </a:ext>
            </a:extLst>
          </p:cNvPr>
          <p:cNvSpPr/>
          <p:nvPr/>
        </p:nvSpPr>
        <p:spPr>
          <a:xfrm>
            <a:off x="6756504" y="1773422"/>
            <a:ext cx="3077912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E47B6663-6F8C-4589-AFE4-F157E269C6F2}"/>
              </a:ext>
            </a:extLst>
          </p:cNvPr>
          <p:cNvSpPr/>
          <p:nvPr/>
        </p:nvSpPr>
        <p:spPr>
          <a:xfrm>
            <a:off x="6747268" y="2766017"/>
            <a:ext cx="3087148" cy="916297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91668258-B5BD-41E9-80CC-E7BDA3C17750}"/>
              </a:ext>
            </a:extLst>
          </p:cNvPr>
          <p:cNvSpPr/>
          <p:nvPr/>
        </p:nvSpPr>
        <p:spPr>
          <a:xfrm>
            <a:off x="6756503" y="2781572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D509AD29-48E9-41E2-983D-851A5622D057}"/>
              </a:ext>
            </a:extLst>
          </p:cNvPr>
          <p:cNvSpPr/>
          <p:nvPr/>
        </p:nvSpPr>
        <p:spPr>
          <a:xfrm>
            <a:off x="6747268" y="3792970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9" name="사각형: 둥근 모서리 308">
            <a:extLst>
              <a:ext uri="{FF2B5EF4-FFF2-40B4-BE49-F238E27FC236}">
                <a16:creationId xmlns:a16="http://schemas.microsoft.com/office/drawing/2014/main" id="{EFFC781A-831D-444B-B829-4A0136C0A06D}"/>
              </a:ext>
            </a:extLst>
          </p:cNvPr>
          <p:cNvSpPr/>
          <p:nvPr/>
        </p:nvSpPr>
        <p:spPr>
          <a:xfrm>
            <a:off x="6756503" y="3808524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 에이전트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BDC69F2-E0EF-4613-87AB-F77BF0258DB9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30780" y="2191645"/>
            <a:ext cx="414499" cy="39253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C9DAD88-372C-4173-BFEA-F896FB727A6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77554" y="2190289"/>
            <a:ext cx="473198" cy="39253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8F93258-BD2E-4E0C-9E2A-F7F6D6DB2FCB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920364" y="3204638"/>
            <a:ext cx="435330" cy="43533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19F387F-6BA4-4EB0-A117-E9C5E3E0EB7A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477554" y="3228635"/>
            <a:ext cx="435330" cy="420819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18A25E7-FB57-456D-AD64-D02B38B46075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623169" y="3099828"/>
            <a:ext cx="155923" cy="137154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32846789-44B3-40BD-A9E1-F5C1FE6947C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941949" y="4175112"/>
            <a:ext cx="473198" cy="43419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13B904DD-C722-4182-B6D5-DD33529478D4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487301" y="4181993"/>
            <a:ext cx="364713" cy="438641"/>
          </a:xfrm>
          <a:prstGeom prst="rect">
            <a:avLst/>
          </a:prstGeom>
        </p:spPr>
      </p:pic>
      <p:sp>
        <p:nvSpPr>
          <p:cNvPr id="312" name="TextBox 311">
            <a:extLst>
              <a:ext uri="{FF2B5EF4-FFF2-40B4-BE49-F238E27FC236}">
                <a16:creationId xmlns:a16="http://schemas.microsoft.com/office/drawing/2014/main" id="{DB87C7FD-B4D7-4DF0-B441-0C9F393BA2F5}"/>
              </a:ext>
            </a:extLst>
          </p:cNvPr>
          <p:cNvSpPr txBox="1"/>
          <p:nvPr/>
        </p:nvSpPr>
        <p:spPr>
          <a:xfrm>
            <a:off x="8084156" y="2065706"/>
            <a:ext cx="17708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유동인구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패턴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점수 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C08481FA-F5C4-4943-AF5F-3D358E02D3E0}"/>
              </a:ext>
            </a:extLst>
          </p:cNvPr>
          <p:cNvCxnSpPr>
            <a:cxnSpLocks/>
          </p:cNvCxnSpPr>
          <p:nvPr/>
        </p:nvCxnSpPr>
        <p:spPr>
          <a:xfrm flipV="1">
            <a:off x="2773960" y="3218021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D0B98AEB-854B-45C2-B07E-1AF08B9A480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269138" y="3790327"/>
            <a:ext cx="451641" cy="536141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67120022-3B62-4537-908A-4C35328342AE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285571" y="2758380"/>
            <a:ext cx="435208" cy="525642"/>
          </a:xfrm>
          <a:prstGeom prst="rect">
            <a:avLst/>
          </a:prstGeom>
        </p:spPr>
      </p:pic>
      <p:pic>
        <p:nvPicPr>
          <p:cNvPr id="406" name="그림 405">
            <a:extLst>
              <a:ext uri="{FF2B5EF4-FFF2-40B4-BE49-F238E27FC236}">
                <a16:creationId xmlns:a16="http://schemas.microsoft.com/office/drawing/2014/main" id="{9B4A4F33-0C57-47A1-873F-028AC7C5319F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266924" y="1761337"/>
            <a:ext cx="434158" cy="536141"/>
          </a:xfrm>
          <a:prstGeom prst="rect">
            <a:avLst/>
          </a:prstGeom>
        </p:spPr>
      </p:pic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6592D664-AE74-418F-99DA-67235D7EB69A}"/>
              </a:ext>
            </a:extLst>
          </p:cNvPr>
          <p:cNvCxnSpPr>
            <a:cxnSpLocks/>
          </p:cNvCxnSpPr>
          <p:nvPr/>
        </p:nvCxnSpPr>
        <p:spPr>
          <a:xfrm flipV="1">
            <a:off x="4034241" y="3218021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AD2F2E-8383-47C3-BB95-7AA599DB0BD1}"/>
              </a:ext>
            </a:extLst>
          </p:cNvPr>
          <p:cNvCxnSpPr>
            <a:cxnSpLocks/>
          </p:cNvCxnSpPr>
          <p:nvPr/>
        </p:nvCxnSpPr>
        <p:spPr>
          <a:xfrm>
            <a:off x="9958413" y="2184944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284968-3E7C-4923-8AEF-BC22EFEB36ED}"/>
              </a:ext>
            </a:extLst>
          </p:cNvPr>
          <p:cNvSpPr/>
          <p:nvPr/>
        </p:nvSpPr>
        <p:spPr>
          <a:xfrm>
            <a:off x="1917130" y="3527962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입력</a:t>
            </a: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00ABCE79-5FA5-4985-9273-7A56D8F5B4F3}"/>
              </a:ext>
            </a:extLst>
          </p:cNvPr>
          <p:cNvSpPr/>
          <p:nvPr/>
        </p:nvSpPr>
        <p:spPr>
          <a:xfrm>
            <a:off x="3095306" y="3571552"/>
            <a:ext cx="847495" cy="22086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C9BBBE00-B73C-4C05-9A9A-4A937BF46AE3}"/>
              </a:ext>
            </a:extLst>
          </p:cNvPr>
          <p:cNvSpPr/>
          <p:nvPr/>
        </p:nvSpPr>
        <p:spPr>
          <a:xfrm>
            <a:off x="2830828" y="2110308"/>
            <a:ext cx="1361215" cy="22086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지도</a:t>
            </a:r>
            <a:r>
              <a:rPr lang="en-US" altLang="ko-KR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지하철 데이터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E40D847-6815-410D-AF4D-6A83C5B83815}"/>
              </a:ext>
            </a:extLst>
          </p:cNvPr>
          <p:cNvSpPr/>
          <p:nvPr/>
        </p:nvSpPr>
        <p:spPr>
          <a:xfrm>
            <a:off x="2584631" y="4660130"/>
            <a:ext cx="185654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상권현황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E1B798E9-FD0D-4DC0-B494-5B5019BFFCD2}"/>
              </a:ext>
            </a:extLst>
          </p:cNvPr>
          <p:cNvSpPr/>
          <p:nvPr/>
        </p:nvSpPr>
        <p:spPr>
          <a:xfrm>
            <a:off x="4143255" y="3527962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33F82C-CBB2-4B10-AD29-7EB23F3488A1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591803" y="2850056"/>
            <a:ext cx="627412" cy="627412"/>
          </a:xfrm>
          <a:prstGeom prst="rect">
            <a:avLst/>
          </a:prstGeom>
        </p:spPr>
      </p:pic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9E8964E8-9EED-4F71-8F68-60D5F1EF434D}"/>
              </a:ext>
            </a:extLst>
          </p:cNvPr>
          <p:cNvSpPr/>
          <p:nvPr/>
        </p:nvSpPr>
        <p:spPr>
          <a:xfrm>
            <a:off x="5466679" y="3494094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분석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C4240A1-413A-4B3C-971D-E00AE0BBE9E2}"/>
              </a:ext>
            </a:extLst>
          </p:cNvPr>
          <p:cNvSpPr txBox="1"/>
          <p:nvPr/>
        </p:nvSpPr>
        <p:spPr>
          <a:xfrm>
            <a:off x="8084156" y="3248751"/>
            <a:ext cx="1770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내 경쟁 강도 평가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E04BE16-CC87-436F-8B6C-D5F93786C0CB}"/>
              </a:ext>
            </a:extLst>
          </p:cNvPr>
          <p:cNvSpPr txBox="1"/>
          <p:nvPr/>
        </p:nvSpPr>
        <p:spPr>
          <a:xfrm>
            <a:off x="8084156" y="4182010"/>
            <a:ext cx="17708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경쟁력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포지셔닝 분석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0133FB4D-9D94-4AF9-8C65-225B6F670208}"/>
              </a:ext>
            </a:extLst>
          </p:cNvPr>
          <p:cNvSpPr/>
          <p:nvPr/>
        </p:nvSpPr>
        <p:spPr>
          <a:xfrm>
            <a:off x="10060586" y="2341117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EC15B801-A035-4970-A5CB-E69EE3A10F16}"/>
              </a:ext>
            </a:extLst>
          </p:cNvPr>
          <p:cNvSpPr/>
          <p:nvPr/>
        </p:nvSpPr>
        <p:spPr>
          <a:xfrm>
            <a:off x="10060586" y="3349681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A2B4B4FF-B26A-4C80-B601-26EB6953C1A9}"/>
              </a:ext>
            </a:extLst>
          </p:cNvPr>
          <p:cNvCxnSpPr>
            <a:cxnSpLocks/>
          </p:cNvCxnSpPr>
          <p:nvPr/>
        </p:nvCxnSpPr>
        <p:spPr>
          <a:xfrm>
            <a:off x="9958413" y="3265229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1E5E12B2-FF8C-4DFD-BDFC-BD66D49315B5}"/>
              </a:ext>
            </a:extLst>
          </p:cNvPr>
          <p:cNvSpPr/>
          <p:nvPr/>
        </p:nvSpPr>
        <p:spPr>
          <a:xfrm>
            <a:off x="10060586" y="4374511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1931BC4C-3D9A-4259-93A2-8E8BEF741836}"/>
              </a:ext>
            </a:extLst>
          </p:cNvPr>
          <p:cNvCxnSpPr>
            <a:cxnSpLocks/>
          </p:cNvCxnSpPr>
          <p:nvPr/>
        </p:nvCxnSpPr>
        <p:spPr>
          <a:xfrm>
            <a:off x="9958413" y="4254322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F91395D7-9E62-4616-B5B7-8BD75F468073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1793384"/>
            <a:ext cx="273820" cy="273820"/>
          </a:xfrm>
          <a:prstGeom prst="rect">
            <a:avLst/>
          </a:prstGeom>
        </p:spPr>
      </p:pic>
      <p:pic>
        <p:nvPicPr>
          <p:cNvPr id="193" name="그림 192">
            <a:extLst>
              <a:ext uri="{FF2B5EF4-FFF2-40B4-BE49-F238E27FC236}">
                <a16:creationId xmlns:a16="http://schemas.microsoft.com/office/drawing/2014/main" id="{61D0E4A4-46FD-49F7-A44D-5B2B406B26A2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2809495"/>
            <a:ext cx="273820" cy="273820"/>
          </a:xfrm>
          <a:prstGeom prst="rect">
            <a:avLst/>
          </a:prstGeom>
        </p:spPr>
      </p:pic>
      <p:pic>
        <p:nvPicPr>
          <p:cNvPr id="194" name="그림 193">
            <a:extLst>
              <a:ext uri="{FF2B5EF4-FFF2-40B4-BE49-F238E27FC236}">
                <a16:creationId xmlns:a16="http://schemas.microsoft.com/office/drawing/2014/main" id="{45A929BF-4227-4238-A9D5-F16FD9114511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3829349"/>
            <a:ext cx="273820" cy="27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다리꼴 20">
            <a:extLst>
              <a:ext uri="{FF2B5EF4-FFF2-40B4-BE49-F238E27FC236}">
                <a16:creationId xmlns:a16="http://schemas.microsoft.com/office/drawing/2014/main" id="{DE8C2475-8AD3-4C5A-A4A1-8519C7830097}"/>
              </a:ext>
            </a:extLst>
          </p:cNvPr>
          <p:cNvSpPr/>
          <p:nvPr/>
        </p:nvSpPr>
        <p:spPr>
          <a:xfrm rot="16200000">
            <a:off x="5224608" y="2940658"/>
            <a:ext cx="2562437" cy="482885"/>
          </a:xfrm>
          <a:prstGeom prst="trapezoid">
            <a:avLst>
              <a:gd name="adj" fmla="val 207944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17C4A6-03D1-417A-BBDC-A5A443DCC93B}"/>
              </a:ext>
            </a:extLst>
          </p:cNvPr>
          <p:cNvGrpSpPr/>
          <p:nvPr/>
        </p:nvGrpSpPr>
        <p:grpSpPr>
          <a:xfrm>
            <a:off x="2024609" y="2947917"/>
            <a:ext cx="826368" cy="702304"/>
            <a:chOff x="711540" y="3239765"/>
            <a:chExt cx="2101977" cy="1950738"/>
          </a:xfrm>
        </p:grpSpPr>
        <p:pic>
          <p:nvPicPr>
            <p:cNvPr id="161" name="Image 177" descr="preencoded.png">
              <a:extLst>
                <a:ext uri="{FF2B5EF4-FFF2-40B4-BE49-F238E27FC236}">
                  <a16:creationId xmlns:a16="http://schemas.microsoft.com/office/drawing/2014/main" id="{D3C40A50-9908-4916-92AB-B1BCD933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5496" y="3242985"/>
              <a:ext cx="2010217" cy="1835774"/>
            </a:xfrm>
            <a:prstGeom prst="rect">
              <a:avLst/>
            </a:prstGeom>
          </p:spPr>
        </p:pic>
        <p:pic>
          <p:nvPicPr>
            <p:cNvPr id="70" name="Image 125" descr="preencoded.png">
              <a:extLst>
                <a:ext uri="{FF2B5EF4-FFF2-40B4-BE49-F238E27FC236}">
                  <a16:creationId xmlns:a16="http://schemas.microsoft.com/office/drawing/2014/main" id="{5B0302EB-ADD6-45F2-9AE0-6C12E1D37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623" y="3239765"/>
              <a:ext cx="465174" cy="564854"/>
            </a:xfrm>
            <a:prstGeom prst="rect">
              <a:avLst/>
            </a:prstGeom>
          </p:spPr>
        </p:pic>
        <p:pic>
          <p:nvPicPr>
            <p:cNvPr id="74" name="Image 126" descr="preencoded.png">
              <a:extLst>
                <a:ext uri="{FF2B5EF4-FFF2-40B4-BE49-F238E27FC236}">
                  <a16:creationId xmlns:a16="http://schemas.microsoft.com/office/drawing/2014/main" id="{BFA429C7-79C6-4D98-A26E-75C0A83B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7792" y="5006427"/>
              <a:ext cx="49840" cy="74759"/>
            </a:xfrm>
            <a:prstGeom prst="rect">
              <a:avLst/>
            </a:prstGeom>
          </p:spPr>
        </p:pic>
        <p:pic>
          <p:nvPicPr>
            <p:cNvPr id="76" name="Image 127" descr="preencoded.png">
              <a:extLst>
                <a:ext uri="{FF2B5EF4-FFF2-40B4-BE49-F238E27FC236}">
                  <a16:creationId xmlns:a16="http://schemas.microsoft.com/office/drawing/2014/main" id="{B1F9BC49-F26B-4651-8A8C-1E73F1B47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1988" y="4724831"/>
              <a:ext cx="49840" cy="299040"/>
            </a:xfrm>
            <a:prstGeom prst="rect">
              <a:avLst/>
            </a:prstGeom>
          </p:spPr>
        </p:pic>
        <p:pic>
          <p:nvPicPr>
            <p:cNvPr id="77" name="Image 128" descr="preencoded.png">
              <a:extLst>
                <a:ext uri="{FF2B5EF4-FFF2-40B4-BE49-F238E27FC236}">
                  <a16:creationId xmlns:a16="http://schemas.microsoft.com/office/drawing/2014/main" id="{7B12F606-18BE-405F-A7CF-65006A74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5533" y="3373586"/>
              <a:ext cx="1320762" cy="1370599"/>
            </a:xfrm>
            <a:prstGeom prst="rect">
              <a:avLst/>
            </a:prstGeom>
          </p:spPr>
        </p:pic>
        <p:pic>
          <p:nvPicPr>
            <p:cNvPr id="78" name="Image 129" descr="preencoded.png">
              <a:extLst>
                <a:ext uri="{FF2B5EF4-FFF2-40B4-BE49-F238E27FC236}">
                  <a16:creationId xmlns:a16="http://schemas.microsoft.com/office/drawing/2014/main" id="{4C6DA928-FCAA-44BA-A8EC-6DA1EE8C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2354" y="4542969"/>
              <a:ext cx="232587" cy="199360"/>
            </a:xfrm>
            <a:prstGeom prst="rect">
              <a:avLst/>
            </a:prstGeom>
          </p:spPr>
        </p:pic>
        <p:pic>
          <p:nvPicPr>
            <p:cNvPr id="79" name="Image 130" descr="preencoded.png">
              <a:extLst>
                <a:ext uri="{FF2B5EF4-FFF2-40B4-BE49-F238E27FC236}">
                  <a16:creationId xmlns:a16="http://schemas.microsoft.com/office/drawing/2014/main" id="{23553249-CAF1-4F91-9318-68E44551F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2490" y="4726409"/>
              <a:ext cx="315654" cy="16614"/>
            </a:xfrm>
            <a:prstGeom prst="rect">
              <a:avLst/>
            </a:prstGeom>
          </p:spPr>
        </p:pic>
        <p:pic>
          <p:nvPicPr>
            <p:cNvPr id="80" name="Image 131" descr="preencoded.png">
              <a:extLst>
                <a:ext uri="{FF2B5EF4-FFF2-40B4-BE49-F238E27FC236}">
                  <a16:creationId xmlns:a16="http://schemas.microsoft.com/office/drawing/2014/main" id="{16D13EEA-B4CA-4DEA-B9C6-22E32708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471" y="4394309"/>
              <a:ext cx="564854" cy="348880"/>
            </a:xfrm>
            <a:prstGeom prst="rect">
              <a:avLst/>
            </a:prstGeom>
          </p:spPr>
        </p:pic>
        <p:pic>
          <p:nvPicPr>
            <p:cNvPr id="81" name="Image 132" descr="preencoded.png">
              <a:extLst>
                <a:ext uri="{FF2B5EF4-FFF2-40B4-BE49-F238E27FC236}">
                  <a16:creationId xmlns:a16="http://schemas.microsoft.com/office/drawing/2014/main" id="{5FE004F3-0BA1-4AA9-B0D2-784BEB832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2921" y="3760926"/>
              <a:ext cx="16614" cy="647920"/>
            </a:xfrm>
            <a:prstGeom prst="rect">
              <a:avLst/>
            </a:prstGeom>
          </p:spPr>
        </p:pic>
        <p:pic>
          <p:nvPicPr>
            <p:cNvPr id="87" name="Image 133" descr="preencoded.png">
              <a:extLst>
                <a:ext uri="{FF2B5EF4-FFF2-40B4-BE49-F238E27FC236}">
                  <a16:creationId xmlns:a16="http://schemas.microsoft.com/office/drawing/2014/main" id="{8885FCCD-1709-478F-858A-A3B9E8625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1540" y="4376955"/>
              <a:ext cx="24919" cy="33228"/>
            </a:xfrm>
            <a:prstGeom prst="rect">
              <a:avLst/>
            </a:prstGeom>
          </p:spPr>
        </p:pic>
        <p:pic>
          <p:nvPicPr>
            <p:cNvPr id="89" name="Image 134" descr="preencoded.png">
              <a:extLst>
                <a:ext uri="{FF2B5EF4-FFF2-40B4-BE49-F238E27FC236}">
                  <a16:creationId xmlns:a16="http://schemas.microsoft.com/office/drawing/2014/main" id="{633F37C7-73FB-4297-882E-52799F58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57940" y="3250730"/>
              <a:ext cx="1221082" cy="1885613"/>
            </a:xfrm>
            <a:prstGeom prst="rect">
              <a:avLst/>
            </a:prstGeom>
          </p:spPr>
        </p:pic>
        <p:pic>
          <p:nvPicPr>
            <p:cNvPr id="90" name="Image 135" descr="preencoded.png">
              <a:extLst>
                <a:ext uri="{FF2B5EF4-FFF2-40B4-BE49-F238E27FC236}">
                  <a16:creationId xmlns:a16="http://schemas.microsoft.com/office/drawing/2014/main" id="{632F1989-8432-4326-BD02-A55B1AA9F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50296" y="4243642"/>
              <a:ext cx="647921" cy="689453"/>
            </a:xfrm>
            <a:prstGeom prst="rect">
              <a:avLst/>
            </a:prstGeom>
          </p:spPr>
        </p:pic>
        <p:pic>
          <p:nvPicPr>
            <p:cNvPr id="92" name="Image 136" descr="preencoded.png">
              <a:extLst>
                <a:ext uri="{FF2B5EF4-FFF2-40B4-BE49-F238E27FC236}">
                  <a16:creationId xmlns:a16="http://schemas.microsoft.com/office/drawing/2014/main" id="{28340877-C637-477D-9841-C612758E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81262" y="4531098"/>
              <a:ext cx="33227" cy="33228"/>
            </a:xfrm>
            <a:prstGeom prst="rect">
              <a:avLst/>
            </a:prstGeom>
          </p:spPr>
        </p:pic>
        <p:pic>
          <p:nvPicPr>
            <p:cNvPr id="93" name="Image 137" descr="preencoded.png">
              <a:extLst>
                <a:ext uri="{FF2B5EF4-FFF2-40B4-BE49-F238E27FC236}">
                  <a16:creationId xmlns:a16="http://schemas.microsoft.com/office/drawing/2014/main" id="{1ACF3A6A-977E-47C7-BB97-7307C53F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16636" y="4311326"/>
              <a:ext cx="24919" cy="49840"/>
            </a:xfrm>
            <a:prstGeom prst="rect">
              <a:avLst/>
            </a:prstGeom>
          </p:spPr>
        </p:pic>
        <p:pic>
          <p:nvPicPr>
            <p:cNvPr id="94" name="Image 138" descr="preencoded.png">
              <a:extLst>
                <a:ext uri="{FF2B5EF4-FFF2-40B4-BE49-F238E27FC236}">
                  <a16:creationId xmlns:a16="http://schemas.microsoft.com/office/drawing/2014/main" id="{0284BFA7-1382-4A37-9E70-0CC01FF3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06579" y="3373588"/>
              <a:ext cx="1295843" cy="1187853"/>
            </a:xfrm>
            <a:prstGeom prst="rect">
              <a:avLst/>
            </a:prstGeom>
          </p:spPr>
        </p:pic>
        <p:pic>
          <p:nvPicPr>
            <p:cNvPr id="95" name="Image 139" descr="preencoded.png">
              <a:extLst>
                <a:ext uri="{FF2B5EF4-FFF2-40B4-BE49-F238E27FC236}">
                  <a16:creationId xmlns:a16="http://schemas.microsoft.com/office/drawing/2014/main" id="{A5A8E798-DF16-4EC6-B4E3-4AE2E9AE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69571" y="4531536"/>
              <a:ext cx="58146" cy="24919"/>
            </a:xfrm>
            <a:prstGeom prst="rect">
              <a:avLst/>
            </a:prstGeom>
          </p:spPr>
        </p:pic>
        <p:pic>
          <p:nvPicPr>
            <p:cNvPr id="97" name="Image 140" descr="preencoded.png">
              <a:extLst>
                <a:ext uri="{FF2B5EF4-FFF2-40B4-BE49-F238E27FC236}">
                  <a16:creationId xmlns:a16="http://schemas.microsoft.com/office/drawing/2014/main" id="{BBD39C63-BB15-4D1F-8399-B24AEFF4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931125" y="5115744"/>
              <a:ext cx="41534" cy="74759"/>
            </a:xfrm>
            <a:prstGeom prst="rect">
              <a:avLst/>
            </a:prstGeom>
          </p:spPr>
        </p:pic>
        <p:pic>
          <p:nvPicPr>
            <p:cNvPr id="98" name="Image 141" descr="preencoded.png">
              <a:extLst>
                <a:ext uri="{FF2B5EF4-FFF2-40B4-BE49-F238E27FC236}">
                  <a16:creationId xmlns:a16="http://schemas.microsoft.com/office/drawing/2014/main" id="{BADD0B08-E39A-4E2F-8AC7-E7E98BA1F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2909" y="4110887"/>
              <a:ext cx="1121402" cy="440253"/>
            </a:xfrm>
            <a:prstGeom prst="rect">
              <a:avLst/>
            </a:prstGeom>
          </p:spPr>
        </p:pic>
        <p:pic>
          <p:nvPicPr>
            <p:cNvPr id="99" name="Image 142" descr="preencoded.png">
              <a:extLst>
                <a:ext uri="{FF2B5EF4-FFF2-40B4-BE49-F238E27FC236}">
                  <a16:creationId xmlns:a16="http://schemas.microsoft.com/office/drawing/2014/main" id="{599B9C52-07B0-47CD-ADBC-5DE14893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76617" y="4124591"/>
              <a:ext cx="946961" cy="299040"/>
            </a:xfrm>
            <a:prstGeom prst="rect">
              <a:avLst/>
            </a:prstGeom>
          </p:spPr>
        </p:pic>
        <p:pic>
          <p:nvPicPr>
            <p:cNvPr id="100" name="Image 143" descr="preencoded.png">
              <a:extLst>
                <a:ext uri="{FF2B5EF4-FFF2-40B4-BE49-F238E27FC236}">
                  <a16:creationId xmlns:a16="http://schemas.microsoft.com/office/drawing/2014/main" id="{A6943B1B-497F-4E69-86B4-EC6AD387E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27861" y="4309735"/>
              <a:ext cx="41534" cy="58147"/>
            </a:xfrm>
            <a:prstGeom prst="rect">
              <a:avLst/>
            </a:prstGeom>
          </p:spPr>
        </p:pic>
        <p:pic>
          <p:nvPicPr>
            <p:cNvPr id="101" name="Image 144" descr="preencoded.png">
              <a:extLst>
                <a:ext uri="{FF2B5EF4-FFF2-40B4-BE49-F238E27FC236}">
                  <a16:creationId xmlns:a16="http://schemas.microsoft.com/office/drawing/2014/main" id="{F13F2558-7829-45C5-B9A8-AAC802047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12743" y="4229726"/>
              <a:ext cx="132907" cy="99681"/>
            </a:xfrm>
            <a:prstGeom prst="rect">
              <a:avLst/>
            </a:prstGeom>
          </p:spPr>
        </p:pic>
        <p:pic>
          <p:nvPicPr>
            <p:cNvPr id="102" name="Image 145" descr="preencoded.png">
              <a:extLst>
                <a:ext uri="{FF2B5EF4-FFF2-40B4-BE49-F238E27FC236}">
                  <a16:creationId xmlns:a16="http://schemas.microsoft.com/office/drawing/2014/main" id="{7AA41B57-C16F-448B-A2DA-87FE63A88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30636" y="4309499"/>
              <a:ext cx="315654" cy="58147"/>
            </a:xfrm>
            <a:prstGeom prst="rect">
              <a:avLst/>
            </a:prstGeom>
          </p:spPr>
        </p:pic>
        <p:pic>
          <p:nvPicPr>
            <p:cNvPr id="103" name="Image 146" descr="preencoded.png">
              <a:extLst>
                <a:ext uri="{FF2B5EF4-FFF2-40B4-BE49-F238E27FC236}">
                  <a16:creationId xmlns:a16="http://schemas.microsoft.com/office/drawing/2014/main" id="{C8A612EC-53CE-45B1-B1F7-83BDF65C6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28680" y="4348457"/>
              <a:ext cx="33227" cy="58147"/>
            </a:xfrm>
            <a:prstGeom prst="rect">
              <a:avLst/>
            </a:prstGeom>
          </p:spPr>
        </p:pic>
        <p:pic>
          <p:nvPicPr>
            <p:cNvPr id="104" name="Image 181" descr="preencoded.png">
              <a:extLst>
                <a:ext uri="{FF2B5EF4-FFF2-40B4-BE49-F238E27FC236}">
                  <a16:creationId xmlns:a16="http://schemas.microsoft.com/office/drawing/2014/main" id="{D1AD518B-EF0A-4355-88B8-FBA3208C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99687" y="3377741"/>
              <a:ext cx="1312456" cy="1179547"/>
            </a:xfrm>
            <a:prstGeom prst="rect">
              <a:avLst/>
            </a:prstGeom>
          </p:spPr>
        </p:pic>
        <p:pic>
          <p:nvPicPr>
            <p:cNvPr id="105" name="Image 203" descr="preencoded.png">
              <a:extLst>
                <a:ext uri="{FF2B5EF4-FFF2-40B4-BE49-F238E27FC236}">
                  <a16:creationId xmlns:a16="http://schemas.microsoft.com/office/drawing/2014/main" id="{A1E109B1-09FB-4B51-9A80-7B46DEF07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15692" y="3765081"/>
              <a:ext cx="16614" cy="639613"/>
            </a:xfrm>
            <a:prstGeom prst="rect">
              <a:avLst/>
            </a:prstGeom>
          </p:spPr>
        </p:pic>
        <p:pic>
          <p:nvPicPr>
            <p:cNvPr id="106" name="Image 229" descr="preencoded.png">
              <a:extLst>
                <a:ext uri="{FF2B5EF4-FFF2-40B4-BE49-F238E27FC236}">
                  <a16:creationId xmlns:a16="http://schemas.microsoft.com/office/drawing/2014/main" id="{788BDD3B-1D42-41F6-9508-FF3E95503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67062" y="4115041"/>
              <a:ext cx="971882" cy="299040"/>
            </a:xfrm>
            <a:prstGeom prst="rect">
              <a:avLst/>
            </a:prstGeom>
          </p:spPr>
        </p:pic>
        <p:pic>
          <p:nvPicPr>
            <p:cNvPr id="107" name="Image 239" descr="preencoded.png">
              <a:extLst>
                <a:ext uri="{FF2B5EF4-FFF2-40B4-BE49-F238E27FC236}">
                  <a16:creationId xmlns:a16="http://schemas.microsoft.com/office/drawing/2014/main" id="{FF530A9A-B272-43C6-8250-B5E061B03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334789" y="4233882"/>
              <a:ext cx="897121" cy="897120"/>
            </a:xfrm>
            <a:prstGeom prst="rect">
              <a:avLst/>
            </a:prstGeom>
          </p:spPr>
        </p:pic>
        <p:pic>
          <p:nvPicPr>
            <p:cNvPr id="109" name="Image 240" descr="preencoded.png">
              <a:extLst>
                <a:ext uri="{FF2B5EF4-FFF2-40B4-BE49-F238E27FC236}">
                  <a16:creationId xmlns:a16="http://schemas.microsoft.com/office/drawing/2014/main" id="{FB255FED-557E-4E67-9CEC-E597E5199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15692" y="4381111"/>
              <a:ext cx="573161" cy="373801"/>
            </a:xfrm>
            <a:prstGeom prst="rect">
              <a:avLst/>
            </a:prstGeom>
          </p:spPr>
        </p:pic>
        <p:pic>
          <p:nvPicPr>
            <p:cNvPr id="110" name="Image 242" descr="preencoded.png">
              <a:extLst>
                <a:ext uri="{FF2B5EF4-FFF2-40B4-BE49-F238E27FC236}">
                  <a16:creationId xmlns:a16="http://schemas.microsoft.com/office/drawing/2014/main" id="{169EA737-650D-4603-A6D8-39FB1D818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173723" y="4535255"/>
              <a:ext cx="531627" cy="24919"/>
            </a:xfrm>
            <a:prstGeom prst="rect">
              <a:avLst/>
            </a:prstGeom>
          </p:spPr>
        </p:pic>
        <p:pic>
          <p:nvPicPr>
            <p:cNvPr id="111" name="Image 244" descr="preencoded.png">
              <a:extLst>
                <a:ext uri="{FF2B5EF4-FFF2-40B4-BE49-F238E27FC236}">
                  <a16:creationId xmlns:a16="http://schemas.microsoft.com/office/drawing/2014/main" id="{46A80A47-0B8D-4235-B71B-87DB61E9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244744" y="4730565"/>
              <a:ext cx="365494" cy="24919"/>
            </a:xfrm>
            <a:prstGeom prst="rect">
              <a:avLst/>
            </a:prstGeom>
          </p:spPr>
        </p:pic>
        <p:pic>
          <p:nvPicPr>
            <p:cNvPr id="112" name="Image 251" descr="preencoded.png">
              <a:extLst>
                <a:ext uri="{FF2B5EF4-FFF2-40B4-BE49-F238E27FC236}">
                  <a16:creationId xmlns:a16="http://schemas.microsoft.com/office/drawing/2014/main" id="{9CF450BE-0443-462B-A1D6-DB8C25AC7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01031" y="4911899"/>
              <a:ext cx="265814" cy="274121"/>
            </a:xfrm>
            <a:prstGeom prst="rect">
              <a:avLst/>
            </a:prstGeom>
          </p:spPr>
        </p:pic>
        <p:pic>
          <p:nvPicPr>
            <p:cNvPr id="113" name="Image 253" descr="preencoded.png">
              <a:extLst>
                <a:ext uri="{FF2B5EF4-FFF2-40B4-BE49-F238E27FC236}">
                  <a16:creationId xmlns:a16="http://schemas.microsoft.com/office/drawing/2014/main" id="{718CCB19-E167-46AD-AD92-02D9CE698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935279" y="5010582"/>
              <a:ext cx="323961" cy="174439"/>
            </a:xfrm>
            <a:prstGeom prst="rect">
              <a:avLst/>
            </a:prstGeom>
          </p:spPr>
        </p:pic>
        <p:sp>
          <p:nvSpPr>
            <p:cNvPr id="114" name="Shape 9">
              <a:extLst>
                <a:ext uri="{FF2B5EF4-FFF2-40B4-BE49-F238E27FC236}">
                  <a16:creationId xmlns:a16="http://schemas.microsoft.com/office/drawing/2014/main" id="{F0AA134B-870C-456B-ABC9-A2001C3C1AA4}"/>
                </a:ext>
              </a:extLst>
            </p:cNvPr>
            <p:cNvSpPr/>
            <p:nvPr/>
          </p:nvSpPr>
          <p:spPr>
            <a:xfrm rot="13302000">
              <a:off x="1001110" y="3537312"/>
              <a:ext cx="111142" cy="104332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15" name="Shape 10">
              <a:extLst>
                <a:ext uri="{FF2B5EF4-FFF2-40B4-BE49-F238E27FC236}">
                  <a16:creationId xmlns:a16="http://schemas.microsoft.com/office/drawing/2014/main" id="{B838D7DF-E901-4F6E-954E-ECF1DAF17E36}"/>
                </a:ext>
              </a:extLst>
            </p:cNvPr>
            <p:cNvSpPr/>
            <p:nvPr/>
          </p:nvSpPr>
          <p:spPr>
            <a:xfrm>
              <a:off x="1162924" y="3537394"/>
              <a:ext cx="932010" cy="36218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6" name="Shape 11">
              <a:extLst>
                <a:ext uri="{FF2B5EF4-FFF2-40B4-BE49-F238E27FC236}">
                  <a16:creationId xmlns:a16="http://schemas.microsoft.com/office/drawing/2014/main" id="{0D16C1AB-335E-43F7-ADB4-A3B11020E9C3}"/>
                </a:ext>
              </a:extLst>
            </p:cNvPr>
            <p:cNvSpPr/>
            <p:nvPr/>
          </p:nvSpPr>
          <p:spPr>
            <a:xfrm rot="21588000">
              <a:off x="1159436" y="3600693"/>
              <a:ext cx="454873" cy="36881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D8C5C000-ECA7-491F-A4A2-AD8680EA0915}"/>
                </a:ext>
              </a:extLst>
            </p:cNvPr>
            <p:cNvSpPr/>
            <p:nvPr/>
          </p:nvSpPr>
          <p:spPr>
            <a:xfrm rot="17760000">
              <a:off x="1003685" y="3710755"/>
              <a:ext cx="105329" cy="10184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0" name="Shape 17">
              <a:extLst>
                <a:ext uri="{FF2B5EF4-FFF2-40B4-BE49-F238E27FC236}">
                  <a16:creationId xmlns:a16="http://schemas.microsoft.com/office/drawing/2014/main" id="{E8DAA706-9A87-42AC-B095-E12C06277A6B}"/>
                </a:ext>
              </a:extLst>
            </p:cNvPr>
            <p:cNvSpPr/>
            <p:nvPr/>
          </p:nvSpPr>
          <p:spPr>
            <a:xfrm>
              <a:off x="1160433" y="3709924"/>
              <a:ext cx="931512" cy="36052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1" name="Shape 18">
              <a:extLst>
                <a:ext uri="{FF2B5EF4-FFF2-40B4-BE49-F238E27FC236}">
                  <a16:creationId xmlns:a16="http://schemas.microsoft.com/office/drawing/2014/main" id="{191F42B0-F8F3-4446-BC06-284CAC2BE0D4}"/>
                </a:ext>
              </a:extLst>
            </p:cNvPr>
            <p:cNvSpPr/>
            <p:nvPr/>
          </p:nvSpPr>
          <p:spPr>
            <a:xfrm>
              <a:off x="1163672" y="3772389"/>
              <a:ext cx="720688" cy="35719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4" name="Shape 23">
              <a:extLst>
                <a:ext uri="{FF2B5EF4-FFF2-40B4-BE49-F238E27FC236}">
                  <a16:creationId xmlns:a16="http://schemas.microsoft.com/office/drawing/2014/main" id="{6825D910-9D97-4583-9665-9A4508DE1211}"/>
                </a:ext>
              </a:extLst>
            </p:cNvPr>
            <p:cNvSpPr/>
            <p:nvPr/>
          </p:nvSpPr>
          <p:spPr>
            <a:xfrm rot="21594000">
              <a:off x="804076" y="3856787"/>
              <a:ext cx="28243" cy="263653"/>
            </a:xfrm>
            <a:prstGeom prst="roundRect">
              <a:avLst/>
            </a:prstGeom>
            <a:solidFill>
              <a:srgbClr val="373736"/>
            </a:solidFill>
            <a:ln/>
          </p:spPr>
        </p:sp>
        <p:sp>
          <p:nvSpPr>
            <p:cNvPr id="125" name="Shape 24">
              <a:extLst>
                <a:ext uri="{FF2B5EF4-FFF2-40B4-BE49-F238E27FC236}">
                  <a16:creationId xmlns:a16="http://schemas.microsoft.com/office/drawing/2014/main" id="{5FC439D8-E0EE-49C9-A0D3-FE36C445E00A}"/>
                </a:ext>
              </a:extLst>
            </p:cNvPr>
            <p:cNvSpPr/>
            <p:nvPr/>
          </p:nvSpPr>
          <p:spPr>
            <a:xfrm rot="15420000">
              <a:off x="1003353" y="3879796"/>
              <a:ext cx="108652" cy="10483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6" name="Shape 25">
              <a:extLst>
                <a:ext uri="{FF2B5EF4-FFF2-40B4-BE49-F238E27FC236}">
                  <a16:creationId xmlns:a16="http://schemas.microsoft.com/office/drawing/2014/main" id="{499EEBD7-AD9F-4961-BB8D-EDCA21FB7ECE}"/>
                </a:ext>
              </a:extLst>
            </p:cNvPr>
            <p:cNvSpPr/>
            <p:nvPr/>
          </p:nvSpPr>
          <p:spPr>
            <a:xfrm>
              <a:off x="1162093" y="3914850"/>
              <a:ext cx="592599" cy="37047"/>
            </a:xfrm>
            <a:prstGeom prst="roundRect">
              <a:avLst/>
            </a:prstGeom>
            <a:solidFill>
              <a:srgbClr val="C8D1E4"/>
            </a:solidFill>
            <a:ln/>
          </p:spPr>
        </p:sp>
        <p:pic>
          <p:nvPicPr>
            <p:cNvPr id="127" name="Image 386" descr="preencoded.png">
              <a:extLst>
                <a:ext uri="{FF2B5EF4-FFF2-40B4-BE49-F238E27FC236}">
                  <a16:creationId xmlns:a16="http://schemas.microsoft.com/office/drawing/2014/main" id="{46470289-3A32-445B-89E2-B58B5A35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225950" y="3928439"/>
              <a:ext cx="124601" cy="124601"/>
            </a:xfrm>
            <a:prstGeom prst="rect">
              <a:avLst/>
            </a:prstGeom>
          </p:spPr>
        </p:pic>
        <p:sp>
          <p:nvSpPr>
            <p:cNvPr id="128" name="Shape 33">
              <a:extLst>
                <a:ext uri="{FF2B5EF4-FFF2-40B4-BE49-F238E27FC236}">
                  <a16:creationId xmlns:a16="http://schemas.microsoft.com/office/drawing/2014/main" id="{B4B11505-C5D0-48E1-8099-E53E9FE0A61B}"/>
                </a:ext>
              </a:extLst>
            </p:cNvPr>
            <p:cNvSpPr/>
            <p:nvPr/>
          </p:nvSpPr>
          <p:spPr>
            <a:xfrm rot="72000">
              <a:off x="1105691" y="4165296"/>
              <a:ext cx="87386" cy="49840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32" name="Shape 34">
              <a:extLst>
                <a:ext uri="{FF2B5EF4-FFF2-40B4-BE49-F238E27FC236}">
                  <a16:creationId xmlns:a16="http://schemas.microsoft.com/office/drawing/2014/main" id="{3F5E0202-4356-4E59-9137-D47FC8C00814}"/>
                </a:ext>
              </a:extLst>
            </p:cNvPr>
            <p:cNvSpPr/>
            <p:nvPr/>
          </p:nvSpPr>
          <p:spPr>
            <a:xfrm rot="21570000">
              <a:off x="1679848" y="4165131"/>
              <a:ext cx="85227" cy="4967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AE778B23-7582-4133-89F2-D1C904DC2724}"/>
                </a:ext>
              </a:extLst>
            </p:cNvPr>
            <p:cNvSpPr/>
            <p:nvPr/>
          </p:nvSpPr>
          <p:spPr>
            <a:xfrm rot="21588000">
              <a:off x="1906038" y="4164963"/>
              <a:ext cx="87055" cy="5083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4" name="Shape 36">
              <a:extLst>
                <a:ext uri="{FF2B5EF4-FFF2-40B4-BE49-F238E27FC236}">
                  <a16:creationId xmlns:a16="http://schemas.microsoft.com/office/drawing/2014/main" id="{36767359-071C-4A24-A833-CA79DC9563D8}"/>
                </a:ext>
              </a:extLst>
            </p:cNvPr>
            <p:cNvSpPr/>
            <p:nvPr/>
          </p:nvSpPr>
          <p:spPr>
            <a:xfrm rot="24000">
              <a:off x="1220156" y="4167040"/>
              <a:ext cx="86223" cy="4917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D3D72F8A-3E2E-4D26-BAD3-741B3FBA4341}"/>
                </a:ext>
              </a:extLst>
            </p:cNvPr>
            <p:cNvSpPr/>
            <p:nvPr/>
          </p:nvSpPr>
          <p:spPr>
            <a:xfrm rot="12000">
              <a:off x="1336200" y="4166541"/>
              <a:ext cx="84230" cy="4867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6" name="Shape 38">
              <a:extLst>
                <a:ext uri="{FF2B5EF4-FFF2-40B4-BE49-F238E27FC236}">
                  <a16:creationId xmlns:a16="http://schemas.microsoft.com/office/drawing/2014/main" id="{D733C84C-A276-4051-B253-470609401D76}"/>
                </a:ext>
              </a:extLst>
            </p:cNvPr>
            <p:cNvSpPr/>
            <p:nvPr/>
          </p:nvSpPr>
          <p:spPr>
            <a:xfrm rot="24000">
              <a:off x="1450998" y="4165960"/>
              <a:ext cx="85227" cy="4900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7" name="Shape 39">
              <a:extLst>
                <a:ext uri="{FF2B5EF4-FFF2-40B4-BE49-F238E27FC236}">
                  <a16:creationId xmlns:a16="http://schemas.microsoft.com/office/drawing/2014/main" id="{5138B95A-7D20-4337-A710-F17FD989087A}"/>
                </a:ext>
              </a:extLst>
            </p:cNvPr>
            <p:cNvSpPr/>
            <p:nvPr/>
          </p:nvSpPr>
          <p:spPr>
            <a:xfrm rot="18000">
              <a:off x="1565217" y="4166127"/>
              <a:ext cx="85393" cy="495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8" name="Shape 40">
              <a:extLst>
                <a:ext uri="{FF2B5EF4-FFF2-40B4-BE49-F238E27FC236}">
                  <a16:creationId xmlns:a16="http://schemas.microsoft.com/office/drawing/2014/main" id="{17C918A3-6406-4835-A4DF-1BBD8F733509}"/>
                </a:ext>
              </a:extLst>
            </p:cNvPr>
            <p:cNvSpPr/>
            <p:nvPr/>
          </p:nvSpPr>
          <p:spPr>
            <a:xfrm rot="84000">
              <a:off x="1793318" y="4165546"/>
              <a:ext cx="86223" cy="50172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9" name="Shape 45">
              <a:extLst>
                <a:ext uri="{FF2B5EF4-FFF2-40B4-BE49-F238E27FC236}">
                  <a16:creationId xmlns:a16="http://schemas.microsoft.com/office/drawing/2014/main" id="{6F295352-1D54-4B4A-8400-7DCB555DDE47}"/>
                </a:ext>
              </a:extLst>
            </p:cNvPr>
            <p:cNvSpPr/>
            <p:nvPr/>
          </p:nvSpPr>
          <p:spPr>
            <a:xfrm rot="21534000">
              <a:off x="1108847" y="4236983"/>
              <a:ext cx="141878" cy="5200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0" name="Shape 46">
              <a:extLst>
                <a:ext uri="{FF2B5EF4-FFF2-40B4-BE49-F238E27FC236}">
                  <a16:creationId xmlns:a16="http://schemas.microsoft.com/office/drawing/2014/main" id="{2417412E-85AF-49D7-8AF3-9CD13667732A}"/>
                </a:ext>
              </a:extLst>
            </p:cNvPr>
            <p:cNvSpPr/>
            <p:nvPr/>
          </p:nvSpPr>
          <p:spPr>
            <a:xfrm rot="30000">
              <a:off x="1276726" y="4237563"/>
              <a:ext cx="87055" cy="5216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724531BC-25A1-4599-BF67-35F07534BDFD}"/>
                </a:ext>
              </a:extLst>
            </p:cNvPr>
            <p:cNvSpPr/>
            <p:nvPr/>
          </p:nvSpPr>
          <p:spPr>
            <a:xfrm rot="12000">
              <a:off x="1845816" y="4237813"/>
              <a:ext cx="146862" cy="5067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2" name="Shape 48">
              <a:extLst>
                <a:ext uri="{FF2B5EF4-FFF2-40B4-BE49-F238E27FC236}">
                  <a16:creationId xmlns:a16="http://schemas.microsoft.com/office/drawing/2014/main" id="{4FCC6473-54E8-4138-B41D-1C1C3EAFED34}"/>
                </a:ext>
              </a:extLst>
            </p:cNvPr>
            <p:cNvSpPr/>
            <p:nvPr/>
          </p:nvSpPr>
          <p:spPr>
            <a:xfrm rot="36000">
              <a:off x="1389529" y="4239808"/>
              <a:ext cx="85227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3" name="Shape 49">
              <a:extLst>
                <a:ext uri="{FF2B5EF4-FFF2-40B4-BE49-F238E27FC236}">
                  <a16:creationId xmlns:a16="http://schemas.microsoft.com/office/drawing/2014/main" id="{22C7A6C3-D0AA-4BB7-921C-4D794C48C9F6}"/>
                </a:ext>
              </a:extLst>
            </p:cNvPr>
            <p:cNvSpPr/>
            <p:nvPr/>
          </p:nvSpPr>
          <p:spPr>
            <a:xfrm rot="21552000">
              <a:off x="1503165" y="4239640"/>
              <a:ext cx="84395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E1080A48-A771-4ACC-8F09-73AB97432532}"/>
                </a:ext>
              </a:extLst>
            </p:cNvPr>
            <p:cNvSpPr/>
            <p:nvPr/>
          </p:nvSpPr>
          <p:spPr>
            <a:xfrm rot="21588000">
              <a:off x="1732179" y="4239059"/>
              <a:ext cx="87386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5" name="Shape 54">
              <a:extLst>
                <a:ext uri="{FF2B5EF4-FFF2-40B4-BE49-F238E27FC236}">
                  <a16:creationId xmlns:a16="http://schemas.microsoft.com/office/drawing/2014/main" id="{C6724658-6096-4267-B661-D73DF2C0E101}"/>
                </a:ext>
              </a:extLst>
            </p:cNvPr>
            <p:cNvSpPr/>
            <p:nvPr/>
          </p:nvSpPr>
          <p:spPr>
            <a:xfrm rot="48000">
              <a:off x="1104693" y="4313404"/>
              <a:ext cx="87220" cy="5133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6" name="Shape 55">
              <a:extLst>
                <a:ext uri="{FF2B5EF4-FFF2-40B4-BE49-F238E27FC236}">
                  <a16:creationId xmlns:a16="http://schemas.microsoft.com/office/drawing/2014/main" id="{67ED1F39-91A5-4021-B5AD-66A67B487A2E}"/>
                </a:ext>
              </a:extLst>
            </p:cNvPr>
            <p:cNvSpPr/>
            <p:nvPr/>
          </p:nvSpPr>
          <p:spPr>
            <a:xfrm>
              <a:off x="1219741" y="4314483"/>
              <a:ext cx="85227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pic>
          <p:nvPicPr>
            <p:cNvPr id="157" name="Image 394" descr="preencoded.png">
              <a:extLst>
                <a:ext uri="{FF2B5EF4-FFF2-40B4-BE49-F238E27FC236}">
                  <a16:creationId xmlns:a16="http://schemas.microsoft.com/office/drawing/2014/main" id="{5B39B0C1-3CD6-47F6-A4FD-F72DAAA9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92570" y="4314566"/>
              <a:ext cx="83067" cy="49840"/>
            </a:xfrm>
            <a:prstGeom prst="rect">
              <a:avLst/>
            </a:prstGeom>
          </p:spPr>
        </p:pic>
        <p:pic>
          <p:nvPicPr>
            <p:cNvPr id="158" name="Image 395" descr="preencoded.png">
              <a:extLst>
                <a:ext uri="{FF2B5EF4-FFF2-40B4-BE49-F238E27FC236}">
                  <a16:creationId xmlns:a16="http://schemas.microsoft.com/office/drawing/2014/main" id="{54F3BA6A-7F8E-4BD9-9FCC-8C47509D4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906205" y="4315481"/>
              <a:ext cx="83067" cy="49840"/>
            </a:xfrm>
            <a:prstGeom prst="rect">
              <a:avLst/>
            </a:prstGeom>
          </p:spPr>
        </p:pic>
        <p:pic>
          <p:nvPicPr>
            <p:cNvPr id="159" name="Image 396" descr="preencoded.png">
              <a:extLst>
                <a:ext uri="{FF2B5EF4-FFF2-40B4-BE49-F238E27FC236}">
                  <a16:creationId xmlns:a16="http://schemas.microsoft.com/office/drawing/2014/main" id="{D34DB12D-9611-482F-9A6A-FD4499B73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41452" y="4744033"/>
              <a:ext cx="33227" cy="41535"/>
            </a:xfrm>
            <a:prstGeom prst="rect">
              <a:avLst/>
            </a:prstGeom>
          </p:spPr>
        </p:pic>
        <p:sp>
          <p:nvSpPr>
            <p:cNvPr id="160" name="Shape 136">
              <a:extLst>
                <a:ext uri="{FF2B5EF4-FFF2-40B4-BE49-F238E27FC236}">
                  <a16:creationId xmlns:a16="http://schemas.microsoft.com/office/drawing/2014/main" id="{79D92E4A-8BD1-472B-A2C6-C9C6589D78C3}"/>
                </a:ext>
              </a:extLst>
            </p:cNvPr>
            <p:cNvSpPr/>
            <p:nvPr/>
          </p:nvSpPr>
          <p:spPr>
            <a:xfrm>
              <a:off x="2238225" y="3940025"/>
              <a:ext cx="100512" cy="100511"/>
            </a:xfrm>
            <a:prstGeom prst="ellipse">
              <a:avLst/>
            </a:prstGeom>
            <a:solidFill>
              <a:srgbClr val="7C7C7C"/>
            </a:solidFill>
            <a:ln/>
          </p:spPr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E1A96FA-7C03-44DA-8FB0-F9143BF612CD}"/>
                </a:ext>
              </a:extLst>
            </p:cNvPr>
            <p:cNvSpPr/>
            <p:nvPr/>
          </p:nvSpPr>
          <p:spPr>
            <a:xfrm>
              <a:off x="2394822" y="3599906"/>
              <a:ext cx="418695" cy="328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A61E663-641C-493F-AC13-39AE112979B0}"/>
              </a:ext>
            </a:extLst>
          </p:cNvPr>
          <p:cNvSpPr/>
          <p:nvPr/>
        </p:nvSpPr>
        <p:spPr>
          <a:xfrm>
            <a:off x="1860747" y="1024468"/>
            <a:ext cx="3212756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04D1DEA-25EE-439B-B4CA-6BFA79359E9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057554" y="2748186"/>
            <a:ext cx="894132" cy="89413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83CBC0F-791B-404E-ACF4-8E9FDAA28AB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830828" y="4230495"/>
            <a:ext cx="380811" cy="3808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0D5CAB4-B040-49AC-95DD-BB4E2447B8C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30708" y="1670984"/>
            <a:ext cx="380811" cy="3808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1E9BDB7-934B-4DBC-A914-7C4BCAECA7C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11296" y="4219175"/>
            <a:ext cx="380811" cy="380811"/>
          </a:xfrm>
          <a:prstGeom prst="rect">
            <a:avLst/>
          </a:prstGeom>
        </p:spPr>
      </p:pic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B264098-4A55-4EA7-8633-EBF1D6ACFFCD}"/>
              </a:ext>
            </a:extLst>
          </p:cNvPr>
          <p:cNvCxnSpPr>
            <a:cxnSpLocks/>
          </p:cNvCxnSpPr>
          <p:nvPr/>
        </p:nvCxnSpPr>
        <p:spPr>
          <a:xfrm flipV="1">
            <a:off x="3520661" y="3814959"/>
            <a:ext cx="0" cy="313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C96B415A-5260-4BE4-A98C-EB1042403DF8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98683" y="1622960"/>
            <a:ext cx="380811" cy="380811"/>
          </a:xfrm>
          <a:prstGeom prst="rect">
            <a:avLst/>
          </a:prstGeom>
        </p:spPr>
      </p:pic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7DA6AE40-50C8-4770-80C8-F835EF028543}"/>
              </a:ext>
            </a:extLst>
          </p:cNvPr>
          <p:cNvCxnSpPr>
            <a:cxnSpLocks/>
          </p:cNvCxnSpPr>
          <p:nvPr/>
        </p:nvCxnSpPr>
        <p:spPr>
          <a:xfrm>
            <a:off x="3530708" y="2433047"/>
            <a:ext cx="0" cy="3151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6758B142-0C99-4993-9407-43E02A00512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1764" y="4217975"/>
            <a:ext cx="380809" cy="38080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6867E18-7EA7-47A1-98B0-32292EFB4AFF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214118" y="2833892"/>
            <a:ext cx="729895" cy="729895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835F695-0C0D-4EB8-A2AB-F4D129BE5ED6}"/>
              </a:ext>
            </a:extLst>
          </p:cNvPr>
          <p:cNvSpPr/>
          <p:nvPr/>
        </p:nvSpPr>
        <p:spPr>
          <a:xfrm>
            <a:off x="1871215" y="1040022"/>
            <a:ext cx="3182696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282" name="사각형: 둥근 모서리 281">
            <a:extLst>
              <a:ext uri="{FF2B5EF4-FFF2-40B4-BE49-F238E27FC236}">
                <a16:creationId xmlns:a16="http://schemas.microsoft.com/office/drawing/2014/main" id="{F73391EC-C0ED-4EF2-A48F-39AEF34AECE7}"/>
              </a:ext>
            </a:extLst>
          </p:cNvPr>
          <p:cNvSpPr/>
          <p:nvPr/>
        </p:nvSpPr>
        <p:spPr>
          <a:xfrm>
            <a:off x="5349989" y="1022289"/>
            <a:ext cx="5685154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BE8C0C91-8B16-4401-8151-730A58B5B833}"/>
              </a:ext>
            </a:extLst>
          </p:cNvPr>
          <p:cNvSpPr/>
          <p:nvPr/>
        </p:nvSpPr>
        <p:spPr>
          <a:xfrm>
            <a:off x="5359224" y="1043098"/>
            <a:ext cx="5668810" cy="499197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상권 심층 분석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A85BB003-EE8E-4563-B222-DCA26D513970}"/>
              </a:ext>
            </a:extLst>
          </p:cNvPr>
          <p:cNvSpPr/>
          <p:nvPr/>
        </p:nvSpPr>
        <p:spPr>
          <a:xfrm>
            <a:off x="6747268" y="1757868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1FF6F1AC-BA8A-46BE-ABD9-B8F2A1B4017F}"/>
              </a:ext>
            </a:extLst>
          </p:cNvPr>
          <p:cNvSpPr/>
          <p:nvPr/>
        </p:nvSpPr>
        <p:spPr>
          <a:xfrm>
            <a:off x="6756504" y="1773422"/>
            <a:ext cx="3077912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E47B6663-6F8C-4589-AFE4-F157E269C6F2}"/>
              </a:ext>
            </a:extLst>
          </p:cNvPr>
          <p:cNvSpPr/>
          <p:nvPr/>
        </p:nvSpPr>
        <p:spPr>
          <a:xfrm>
            <a:off x="6747268" y="2766017"/>
            <a:ext cx="3087148" cy="916297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91668258-B5BD-41E9-80CC-E7BDA3C17750}"/>
              </a:ext>
            </a:extLst>
          </p:cNvPr>
          <p:cNvSpPr/>
          <p:nvPr/>
        </p:nvSpPr>
        <p:spPr>
          <a:xfrm>
            <a:off x="6756503" y="2781572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D509AD29-48E9-41E2-983D-851A5622D057}"/>
              </a:ext>
            </a:extLst>
          </p:cNvPr>
          <p:cNvSpPr/>
          <p:nvPr/>
        </p:nvSpPr>
        <p:spPr>
          <a:xfrm>
            <a:off x="6747268" y="3792970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9" name="사각형: 둥근 모서리 308">
            <a:extLst>
              <a:ext uri="{FF2B5EF4-FFF2-40B4-BE49-F238E27FC236}">
                <a16:creationId xmlns:a16="http://schemas.microsoft.com/office/drawing/2014/main" id="{EFFC781A-831D-444B-B829-4A0136C0A06D}"/>
              </a:ext>
            </a:extLst>
          </p:cNvPr>
          <p:cNvSpPr/>
          <p:nvPr/>
        </p:nvSpPr>
        <p:spPr>
          <a:xfrm>
            <a:off x="6756503" y="3808524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 에이전트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BDC69F2-E0EF-4613-87AB-F77BF0258DB9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30780" y="2191645"/>
            <a:ext cx="414499" cy="39253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C9DAD88-372C-4173-BFEA-F896FB727A6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77554" y="2190289"/>
            <a:ext cx="473198" cy="39253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8F93258-BD2E-4E0C-9E2A-F7F6D6DB2FCB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920364" y="3204638"/>
            <a:ext cx="435330" cy="43533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19F387F-6BA4-4EB0-A117-E9C5E3E0EB7A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477554" y="3228635"/>
            <a:ext cx="435330" cy="420819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18A25E7-FB57-456D-AD64-D02B38B46075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623169" y="3099828"/>
            <a:ext cx="155923" cy="137154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32846789-44B3-40BD-A9E1-F5C1FE6947C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941949" y="4175112"/>
            <a:ext cx="473198" cy="43419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13B904DD-C722-4182-B6D5-DD33529478D4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487301" y="4181993"/>
            <a:ext cx="364713" cy="438641"/>
          </a:xfrm>
          <a:prstGeom prst="rect">
            <a:avLst/>
          </a:prstGeom>
        </p:spPr>
      </p:pic>
      <p:sp>
        <p:nvSpPr>
          <p:cNvPr id="312" name="TextBox 311">
            <a:extLst>
              <a:ext uri="{FF2B5EF4-FFF2-40B4-BE49-F238E27FC236}">
                <a16:creationId xmlns:a16="http://schemas.microsoft.com/office/drawing/2014/main" id="{DB87C7FD-B4D7-4DF0-B441-0C9F393BA2F5}"/>
              </a:ext>
            </a:extLst>
          </p:cNvPr>
          <p:cNvSpPr txBox="1"/>
          <p:nvPr/>
        </p:nvSpPr>
        <p:spPr>
          <a:xfrm>
            <a:off x="8084156" y="2065706"/>
            <a:ext cx="17708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유동인구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패턴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점수 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C08481FA-F5C4-4943-AF5F-3D358E02D3E0}"/>
              </a:ext>
            </a:extLst>
          </p:cNvPr>
          <p:cNvCxnSpPr>
            <a:cxnSpLocks/>
          </p:cNvCxnSpPr>
          <p:nvPr/>
        </p:nvCxnSpPr>
        <p:spPr>
          <a:xfrm flipV="1">
            <a:off x="2773960" y="3218021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D0B98AEB-854B-45C2-B07E-1AF08B9A480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269138" y="3790327"/>
            <a:ext cx="451641" cy="536141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67120022-3B62-4537-908A-4C35328342AE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285571" y="2758380"/>
            <a:ext cx="435208" cy="525642"/>
          </a:xfrm>
          <a:prstGeom prst="rect">
            <a:avLst/>
          </a:prstGeom>
        </p:spPr>
      </p:pic>
      <p:pic>
        <p:nvPicPr>
          <p:cNvPr id="406" name="그림 405">
            <a:extLst>
              <a:ext uri="{FF2B5EF4-FFF2-40B4-BE49-F238E27FC236}">
                <a16:creationId xmlns:a16="http://schemas.microsoft.com/office/drawing/2014/main" id="{9B4A4F33-0C57-47A1-873F-028AC7C5319F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266924" y="1761337"/>
            <a:ext cx="434158" cy="536141"/>
          </a:xfrm>
          <a:prstGeom prst="rect">
            <a:avLst/>
          </a:prstGeom>
        </p:spPr>
      </p:pic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6592D664-AE74-418F-99DA-67235D7EB69A}"/>
              </a:ext>
            </a:extLst>
          </p:cNvPr>
          <p:cNvCxnSpPr>
            <a:cxnSpLocks/>
          </p:cNvCxnSpPr>
          <p:nvPr/>
        </p:nvCxnSpPr>
        <p:spPr>
          <a:xfrm flipV="1">
            <a:off x="4034241" y="3218021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AD2F2E-8383-47C3-BB95-7AA599DB0BD1}"/>
              </a:ext>
            </a:extLst>
          </p:cNvPr>
          <p:cNvCxnSpPr>
            <a:cxnSpLocks/>
          </p:cNvCxnSpPr>
          <p:nvPr/>
        </p:nvCxnSpPr>
        <p:spPr>
          <a:xfrm>
            <a:off x="9958413" y="2184944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284968-3E7C-4923-8AEF-BC22EFEB36ED}"/>
              </a:ext>
            </a:extLst>
          </p:cNvPr>
          <p:cNvSpPr/>
          <p:nvPr/>
        </p:nvSpPr>
        <p:spPr>
          <a:xfrm>
            <a:off x="1917130" y="3527962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입력</a:t>
            </a: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00ABCE79-5FA5-4985-9273-7A56D8F5B4F3}"/>
              </a:ext>
            </a:extLst>
          </p:cNvPr>
          <p:cNvSpPr/>
          <p:nvPr/>
        </p:nvSpPr>
        <p:spPr>
          <a:xfrm>
            <a:off x="3095306" y="3571552"/>
            <a:ext cx="847495" cy="22086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C9BBBE00-B73C-4C05-9A9A-4A937BF46AE3}"/>
              </a:ext>
            </a:extLst>
          </p:cNvPr>
          <p:cNvSpPr/>
          <p:nvPr/>
        </p:nvSpPr>
        <p:spPr>
          <a:xfrm>
            <a:off x="2830828" y="2110308"/>
            <a:ext cx="1361215" cy="22086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지도</a:t>
            </a:r>
            <a:r>
              <a:rPr lang="en-US" altLang="ko-KR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지하철 데이터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E40D847-6815-410D-AF4D-6A83C5B83815}"/>
              </a:ext>
            </a:extLst>
          </p:cNvPr>
          <p:cNvSpPr/>
          <p:nvPr/>
        </p:nvSpPr>
        <p:spPr>
          <a:xfrm>
            <a:off x="2584631" y="4660130"/>
            <a:ext cx="185654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상권현황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E1B798E9-FD0D-4DC0-B494-5B5019BFFCD2}"/>
              </a:ext>
            </a:extLst>
          </p:cNvPr>
          <p:cNvSpPr/>
          <p:nvPr/>
        </p:nvSpPr>
        <p:spPr>
          <a:xfrm>
            <a:off x="4143255" y="3527962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33F82C-CBB2-4B10-AD29-7EB23F3488A1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591803" y="2850056"/>
            <a:ext cx="627412" cy="627412"/>
          </a:xfrm>
          <a:prstGeom prst="rect">
            <a:avLst/>
          </a:prstGeom>
        </p:spPr>
      </p:pic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9E8964E8-9EED-4F71-8F68-60D5F1EF434D}"/>
              </a:ext>
            </a:extLst>
          </p:cNvPr>
          <p:cNvSpPr/>
          <p:nvPr/>
        </p:nvSpPr>
        <p:spPr>
          <a:xfrm>
            <a:off x="5466679" y="3494094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분석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C4240A1-413A-4B3C-971D-E00AE0BBE9E2}"/>
              </a:ext>
            </a:extLst>
          </p:cNvPr>
          <p:cNvSpPr txBox="1"/>
          <p:nvPr/>
        </p:nvSpPr>
        <p:spPr>
          <a:xfrm>
            <a:off x="8084156" y="3248751"/>
            <a:ext cx="1770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내 경쟁 강도 평가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E04BE16-CC87-436F-8B6C-D5F93786C0CB}"/>
              </a:ext>
            </a:extLst>
          </p:cNvPr>
          <p:cNvSpPr txBox="1"/>
          <p:nvPr/>
        </p:nvSpPr>
        <p:spPr>
          <a:xfrm>
            <a:off x="8084156" y="4182010"/>
            <a:ext cx="17708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경쟁력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포지셔닝 분석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0133FB4D-9D94-4AF9-8C65-225B6F670208}"/>
              </a:ext>
            </a:extLst>
          </p:cNvPr>
          <p:cNvSpPr/>
          <p:nvPr/>
        </p:nvSpPr>
        <p:spPr>
          <a:xfrm>
            <a:off x="10060586" y="2341117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EC15B801-A035-4970-A5CB-E69EE3A10F16}"/>
              </a:ext>
            </a:extLst>
          </p:cNvPr>
          <p:cNvSpPr/>
          <p:nvPr/>
        </p:nvSpPr>
        <p:spPr>
          <a:xfrm>
            <a:off x="10060586" y="3349681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A2B4B4FF-B26A-4C80-B601-26EB6953C1A9}"/>
              </a:ext>
            </a:extLst>
          </p:cNvPr>
          <p:cNvCxnSpPr>
            <a:cxnSpLocks/>
          </p:cNvCxnSpPr>
          <p:nvPr/>
        </p:nvCxnSpPr>
        <p:spPr>
          <a:xfrm>
            <a:off x="9958413" y="3265229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1E5E12B2-FF8C-4DFD-BDFC-BD66D49315B5}"/>
              </a:ext>
            </a:extLst>
          </p:cNvPr>
          <p:cNvSpPr/>
          <p:nvPr/>
        </p:nvSpPr>
        <p:spPr>
          <a:xfrm>
            <a:off x="10060586" y="4374511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1931BC4C-3D9A-4259-93A2-8E8BEF741836}"/>
              </a:ext>
            </a:extLst>
          </p:cNvPr>
          <p:cNvCxnSpPr>
            <a:cxnSpLocks/>
          </p:cNvCxnSpPr>
          <p:nvPr/>
        </p:nvCxnSpPr>
        <p:spPr>
          <a:xfrm>
            <a:off x="9958413" y="4254322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F91395D7-9E62-4616-B5B7-8BD75F468073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1793384"/>
            <a:ext cx="273820" cy="273820"/>
          </a:xfrm>
          <a:prstGeom prst="rect">
            <a:avLst/>
          </a:prstGeom>
        </p:spPr>
      </p:pic>
      <p:pic>
        <p:nvPicPr>
          <p:cNvPr id="193" name="그림 192">
            <a:extLst>
              <a:ext uri="{FF2B5EF4-FFF2-40B4-BE49-F238E27FC236}">
                <a16:creationId xmlns:a16="http://schemas.microsoft.com/office/drawing/2014/main" id="{61D0E4A4-46FD-49F7-A44D-5B2B406B26A2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2809495"/>
            <a:ext cx="273820" cy="273820"/>
          </a:xfrm>
          <a:prstGeom prst="rect">
            <a:avLst/>
          </a:prstGeom>
        </p:spPr>
      </p:pic>
      <p:pic>
        <p:nvPicPr>
          <p:cNvPr id="194" name="그림 193">
            <a:extLst>
              <a:ext uri="{FF2B5EF4-FFF2-40B4-BE49-F238E27FC236}">
                <a16:creationId xmlns:a16="http://schemas.microsoft.com/office/drawing/2014/main" id="{45A929BF-4227-4238-A9D5-F16FD9114511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3829349"/>
            <a:ext cx="273820" cy="27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3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6EBF8980-5C53-45BC-B55C-3954F1476183}"/>
              </a:ext>
            </a:extLst>
          </p:cNvPr>
          <p:cNvSpPr/>
          <p:nvPr/>
        </p:nvSpPr>
        <p:spPr>
          <a:xfrm>
            <a:off x="3064933" y="3256385"/>
            <a:ext cx="6394772" cy="210322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9B096A8-A97E-4FAB-BB9B-6D86990A0BFD}"/>
              </a:ext>
            </a:extLst>
          </p:cNvPr>
          <p:cNvSpPr/>
          <p:nvPr/>
        </p:nvSpPr>
        <p:spPr>
          <a:xfrm>
            <a:off x="3081662" y="3276834"/>
            <a:ext cx="6377862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4.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분석</a:t>
            </a:r>
          </a:p>
        </p:txBody>
      </p:sp>
      <p:sp>
        <p:nvSpPr>
          <p:cNvPr id="163" name="Google Shape;93;p36">
            <a:extLst>
              <a:ext uri="{FF2B5EF4-FFF2-40B4-BE49-F238E27FC236}">
                <a16:creationId xmlns:a16="http://schemas.microsoft.com/office/drawing/2014/main" id="{6D4C6044-E46C-4FF1-A9C7-BD70EC8293A7}"/>
              </a:ext>
            </a:extLst>
          </p:cNvPr>
          <p:cNvSpPr/>
          <p:nvPr/>
        </p:nvSpPr>
        <p:spPr>
          <a:xfrm rot="5400000">
            <a:off x="7493349" y="4261541"/>
            <a:ext cx="808537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5" name="그림 3">
            <a:extLst>
              <a:ext uri="{FF2B5EF4-FFF2-40B4-BE49-F238E27FC236}">
                <a16:creationId xmlns:a16="http://schemas.microsoft.com/office/drawing/2014/main" id="{86631CCB-904B-4041-A044-1B14D3578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114" y="3889295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136A709A-4B16-486A-8DA8-4416FED9E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357" y="3971561"/>
            <a:ext cx="347313" cy="347313"/>
          </a:xfrm>
          <a:prstGeom prst="rect">
            <a:avLst/>
          </a:prstGeom>
        </p:spPr>
      </p:pic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293933FA-D1EE-41FE-BEE2-7A45D4D9C20B}"/>
              </a:ext>
            </a:extLst>
          </p:cNvPr>
          <p:cNvSpPr/>
          <p:nvPr/>
        </p:nvSpPr>
        <p:spPr>
          <a:xfrm>
            <a:off x="4786483" y="4062402"/>
            <a:ext cx="2831623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FB6EFD14-9972-4EDC-83BB-7216EFD25F50}"/>
              </a:ext>
            </a:extLst>
          </p:cNvPr>
          <p:cNvSpPr/>
          <p:nvPr/>
        </p:nvSpPr>
        <p:spPr>
          <a:xfrm>
            <a:off x="4795718" y="4077956"/>
            <a:ext cx="2823151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1F62695-93D3-4B20-A71F-5AC2523A89E2}"/>
              </a:ext>
            </a:extLst>
          </p:cNvPr>
          <p:cNvSpPr txBox="1"/>
          <p:nvPr/>
        </p:nvSpPr>
        <p:spPr>
          <a:xfrm>
            <a:off x="6157727" y="4492835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 결과와 상권 </a:t>
            </a:r>
            <a:b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통합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73" name="그림 172">
            <a:extLst>
              <a:ext uri="{FF2B5EF4-FFF2-40B4-BE49-F238E27FC236}">
                <a16:creationId xmlns:a16="http://schemas.microsoft.com/office/drawing/2014/main" id="{5680AEB3-D1C0-4BD2-97C3-CF8967C50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545" y="4097918"/>
            <a:ext cx="273820" cy="273820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FC79F756-02B0-4893-83F8-FC83CFAB1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938" y="4278640"/>
            <a:ext cx="711175" cy="495063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0C64CA3-6EF3-4AFA-9FF2-16A3BDAF1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660" y="4493027"/>
            <a:ext cx="361445" cy="361445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BC6BEC4A-458F-447E-8EFA-CEDCCD793B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0410" y="4467782"/>
            <a:ext cx="312398" cy="411936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496ACECB-4637-490C-AA9F-04457DFAF2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0116" y="4446384"/>
            <a:ext cx="411937" cy="411937"/>
          </a:xfrm>
          <a:prstGeom prst="rect">
            <a:avLst/>
          </a:prstGeom>
        </p:spPr>
      </p:pic>
      <p:sp>
        <p:nvSpPr>
          <p:cNvPr id="179" name="더하기 기호 178">
            <a:extLst>
              <a:ext uri="{FF2B5EF4-FFF2-40B4-BE49-F238E27FC236}">
                <a16:creationId xmlns:a16="http://schemas.microsoft.com/office/drawing/2014/main" id="{CE94ACF8-4BBF-4CA4-AF35-5BB964842068}"/>
              </a:ext>
            </a:extLst>
          </p:cNvPr>
          <p:cNvSpPr/>
          <p:nvPr/>
        </p:nvSpPr>
        <p:spPr>
          <a:xfrm>
            <a:off x="5136318" y="454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더하기 기호 179">
            <a:extLst>
              <a:ext uri="{FF2B5EF4-FFF2-40B4-BE49-F238E27FC236}">
                <a16:creationId xmlns:a16="http://schemas.microsoft.com/office/drawing/2014/main" id="{A28BA088-1118-4141-831D-039BC23C90E7}"/>
              </a:ext>
            </a:extLst>
          </p:cNvPr>
          <p:cNvSpPr/>
          <p:nvPr/>
        </p:nvSpPr>
        <p:spPr>
          <a:xfrm>
            <a:off x="5690701" y="454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753CA012-8CDE-4D94-B9E9-01BC1B95D3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6977" y="4270804"/>
            <a:ext cx="536141" cy="536141"/>
          </a:xfrm>
          <a:prstGeom prst="rect">
            <a:avLst/>
          </a:prstGeom>
        </p:spPr>
      </p:pic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C8BC3D0C-1207-45F7-934E-218B4AB31D74}"/>
              </a:ext>
            </a:extLst>
          </p:cNvPr>
          <p:cNvSpPr/>
          <p:nvPr/>
        </p:nvSpPr>
        <p:spPr>
          <a:xfrm>
            <a:off x="3552437" y="488646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6D81B9A-DFA6-4CA4-A9CF-FC38EDDAD4A6}"/>
              </a:ext>
            </a:extLst>
          </p:cNvPr>
          <p:cNvSpPr/>
          <p:nvPr/>
        </p:nvSpPr>
        <p:spPr>
          <a:xfrm>
            <a:off x="8016500" y="4806945"/>
            <a:ext cx="1286294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5B3E131D-82F4-446D-8530-EFE24FCF3C9D}"/>
              </a:ext>
            </a:extLst>
          </p:cNvPr>
          <p:cNvSpPr/>
          <p:nvPr/>
        </p:nvSpPr>
        <p:spPr>
          <a:xfrm>
            <a:off x="489018" y="588600"/>
            <a:ext cx="11491316" cy="2602506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F7B18B2A-44FD-4772-B3A1-A4C30924351A}"/>
              </a:ext>
            </a:extLst>
          </p:cNvPr>
          <p:cNvSpPr/>
          <p:nvPr/>
        </p:nvSpPr>
        <p:spPr>
          <a:xfrm>
            <a:off x="503192" y="609049"/>
            <a:ext cx="11460930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CFE1BC3B-0DF8-4A72-AE37-FE32A1E74E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3978" y="1705622"/>
            <a:ext cx="530286" cy="530286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2A84E4C6-8660-4B9A-A5D7-AEEFEDBFB7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6726" y="1642895"/>
            <a:ext cx="503434" cy="663842"/>
          </a:xfrm>
          <a:prstGeom prst="rect">
            <a:avLst/>
          </a:prstGeom>
        </p:spPr>
      </p:pic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A8002BC-CC6E-413D-A06E-C99F85607737}"/>
              </a:ext>
            </a:extLst>
          </p:cNvPr>
          <p:cNvCxnSpPr>
            <a:cxnSpLocks/>
          </p:cNvCxnSpPr>
          <p:nvPr/>
        </p:nvCxnSpPr>
        <p:spPr>
          <a:xfrm flipH="1">
            <a:off x="10802717" y="2015671"/>
            <a:ext cx="2816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7" name="그림 66">
            <a:extLst>
              <a:ext uri="{FF2B5EF4-FFF2-40B4-BE49-F238E27FC236}">
                <a16:creationId xmlns:a16="http://schemas.microsoft.com/office/drawing/2014/main" id="{75AE226A-3FB7-4CD6-8975-CC10799DAD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5631" y="1813664"/>
            <a:ext cx="536141" cy="536141"/>
          </a:xfrm>
          <a:prstGeom prst="rect">
            <a:avLst/>
          </a:prstGeom>
        </p:spPr>
      </p:pic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A87007E-A2DE-4250-9853-DBAEF36D9801}"/>
              </a:ext>
            </a:extLst>
          </p:cNvPr>
          <p:cNvCxnSpPr>
            <a:cxnSpLocks/>
          </p:cNvCxnSpPr>
          <p:nvPr/>
        </p:nvCxnSpPr>
        <p:spPr>
          <a:xfrm>
            <a:off x="10825397" y="2105131"/>
            <a:ext cx="2706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그림 3">
            <a:extLst>
              <a:ext uri="{FF2B5EF4-FFF2-40B4-BE49-F238E27FC236}">
                <a16:creationId xmlns:a16="http://schemas.microsoft.com/office/drawing/2014/main" id="{CA876DC7-8227-4B47-AD63-14EE62279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319" y="1413828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CE930E55-9816-498D-A3F5-345F54F1B7C7}"/>
              </a:ext>
            </a:extLst>
          </p:cNvPr>
          <p:cNvGrpSpPr/>
          <p:nvPr/>
        </p:nvGrpSpPr>
        <p:grpSpPr>
          <a:xfrm>
            <a:off x="606138" y="1280478"/>
            <a:ext cx="309376" cy="1244147"/>
            <a:chOff x="557509" y="3319197"/>
            <a:chExt cx="309376" cy="1244147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BA44F657-98A8-4A98-B4D4-142D35DC0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7509" y="4196085"/>
              <a:ext cx="309376" cy="367259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C96761CC-374A-4FAF-8155-26270F33F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7509" y="3757822"/>
              <a:ext cx="298119" cy="360067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2FEB6AE3-05E2-4629-B753-3B229B6AC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57509" y="3319197"/>
              <a:ext cx="297400" cy="367259"/>
            </a:xfrm>
            <a:prstGeom prst="rect">
              <a:avLst/>
            </a:prstGeom>
          </p:spPr>
        </p:pic>
      </p:grp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8A68CBC-7672-4C7E-B44A-043BB16C304C}"/>
              </a:ext>
            </a:extLst>
          </p:cNvPr>
          <p:cNvSpPr/>
          <p:nvPr/>
        </p:nvSpPr>
        <p:spPr>
          <a:xfrm>
            <a:off x="1236276" y="1446766"/>
            <a:ext cx="239314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A79F522-DE17-43AC-9D65-2113FDC7D268}"/>
              </a:ext>
            </a:extLst>
          </p:cNvPr>
          <p:cNvSpPr/>
          <p:nvPr/>
        </p:nvSpPr>
        <p:spPr>
          <a:xfrm>
            <a:off x="1245512" y="1462320"/>
            <a:ext cx="2385989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4B5EEC-F176-4192-8F1E-A5BD8214E200}"/>
              </a:ext>
            </a:extLst>
          </p:cNvPr>
          <p:cNvSpPr txBox="1"/>
          <p:nvPr/>
        </p:nvSpPr>
        <p:spPr>
          <a:xfrm>
            <a:off x="2104186" y="1879802"/>
            <a:ext cx="1547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종합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584C6394-21A0-48B0-976D-8F74D0FF9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338" y="1482282"/>
            <a:ext cx="273820" cy="273820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375EE301-E675-4CE4-8E64-E035AB586D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7334" y="1805581"/>
            <a:ext cx="745120" cy="520401"/>
          </a:xfrm>
          <a:prstGeom prst="rect">
            <a:avLst/>
          </a:prstGeom>
        </p:spPr>
      </p:pic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B3EFD27A-D92D-4575-B9DC-434DA0F27A04}"/>
              </a:ext>
            </a:extLst>
          </p:cNvPr>
          <p:cNvCxnSpPr>
            <a:cxnSpLocks/>
          </p:cNvCxnSpPr>
          <p:nvPr/>
        </p:nvCxnSpPr>
        <p:spPr>
          <a:xfrm flipV="1">
            <a:off x="965693" y="1910536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95CDF686-637B-448E-9392-519AA60463BA}"/>
              </a:ext>
            </a:extLst>
          </p:cNvPr>
          <p:cNvCxnSpPr>
            <a:cxnSpLocks/>
          </p:cNvCxnSpPr>
          <p:nvPr/>
        </p:nvCxnSpPr>
        <p:spPr>
          <a:xfrm flipV="1">
            <a:off x="3758485" y="194286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B2FE5E93-BF39-4280-B10A-458632ABA148}"/>
              </a:ext>
            </a:extLst>
          </p:cNvPr>
          <p:cNvSpPr/>
          <p:nvPr/>
        </p:nvSpPr>
        <p:spPr>
          <a:xfrm>
            <a:off x="1598566" y="2663640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성향 및 정체성 분석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E280180-149E-4E2B-B936-EC22C2D3E672}"/>
              </a:ext>
            </a:extLst>
          </p:cNvPr>
          <p:cNvSpPr/>
          <p:nvPr/>
        </p:nvSpPr>
        <p:spPr>
          <a:xfrm>
            <a:off x="3827781" y="2378820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33168EAF-A17B-4420-BA1E-2EA6A8B53974}"/>
              </a:ext>
            </a:extLst>
          </p:cNvPr>
          <p:cNvSpPr/>
          <p:nvPr/>
        </p:nvSpPr>
        <p:spPr>
          <a:xfrm>
            <a:off x="4830906" y="2371138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클러스터링</a:t>
            </a: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96E861A2-75DD-4189-BAE5-1D4F7D0638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3957" y="1707334"/>
            <a:ext cx="504578" cy="504578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F0BE7BE4-EA05-45FC-BE33-72B9E37C3385}"/>
              </a:ext>
            </a:extLst>
          </p:cNvPr>
          <p:cNvSpPr/>
          <p:nvPr/>
        </p:nvSpPr>
        <p:spPr>
          <a:xfrm>
            <a:off x="527831" y="1230918"/>
            <a:ext cx="3174074" cy="13649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2D2665B8-E9E0-4C85-BEE7-5C2FF45CBF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6122" y="1664638"/>
            <a:ext cx="593679" cy="593679"/>
          </a:xfrm>
          <a:prstGeom prst="rect">
            <a:avLst/>
          </a:prstGeom>
        </p:spPr>
      </p:pic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84772A3C-1235-4BAC-AC70-08F2C10305AD}"/>
              </a:ext>
            </a:extLst>
          </p:cNvPr>
          <p:cNvSpPr/>
          <p:nvPr/>
        </p:nvSpPr>
        <p:spPr>
          <a:xfrm>
            <a:off x="8532884" y="1533692"/>
            <a:ext cx="218419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77C6C8B7-C924-48D3-90AE-D9A012E7B4E2}"/>
              </a:ext>
            </a:extLst>
          </p:cNvPr>
          <p:cNvSpPr/>
          <p:nvPr/>
        </p:nvSpPr>
        <p:spPr>
          <a:xfrm>
            <a:off x="8542120" y="1549246"/>
            <a:ext cx="2177664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B5FB39-2CCF-4AD7-8926-8C845EBCF031}"/>
              </a:ext>
            </a:extLst>
          </p:cNvPr>
          <p:cNvSpPr txBox="1"/>
          <p:nvPr/>
        </p:nvSpPr>
        <p:spPr>
          <a:xfrm>
            <a:off x="9077529" y="1966728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가게에 어울리는 상권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탐색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002FDE97-4DA8-41B9-BDB1-1181E51EE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212" y="1569208"/>
            <a:ext cx="273820" cy="273820"/>
          </a:xfrm>
          <a:prstGeom prst="rect">
            <a:avLst/>
          </a:prstGeom>
        </p:spPr>
      </p:pic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477B9484-1032-4941-B43F-B7602A23FCD0}"/>
              </a:ext>
            </a:extLst>
          </p:cNvPr>
          <p:cNvSpPr/>
          <p:nvPr/>
        </p:nvSpPr>
        <p:spPr>
          <a:xfrm>
            <a:off x="6122906" y="2376336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유사도 검색 및 토픽 모델링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14B0351D-BF78-4FF3-8EA0-0AE6EF2C525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4767" y="1767062"/>
            <a:ext cx="581823" cy="581823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D8AA1DB6-BC8F-4705-9C98-6BC0B4C31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9831" y="1642895"/>
            <a:ext cx="574193" cy="574193"/>
          </a:xfrm>
          <a:prstGeom prst="rect">
            <a:avLst/>
          </a:prstGeom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1478AC7F-E35D-43B9-92A5-15FFEBE37378}"/>
              </a:ext>
            </a:extLst>
          </p:cNvPr>
          <p:cNvSpPr/>
          <p:nvPr/>
        </p:nvSpPr>
        <p:spPr>
          <a:xfrm>
            <a:off x="7456926" y="239109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정체성 레이블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292A5BE1-C4EF-4BA2-959C-01558BDEEBFA}"/>
              </a:ext>
            </a:extLst>
          </p:cNvPr>
          <p:cNvSpPr/>
          <p:nvPr/>
        </p:nvSpPr>
        <p:spPr>
          <a:xfrm>
            <a:off x="10996161" y="2387202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C983B81-08E7-4210-B5E8-70F70FE3315F}"/>
              </a:ext>
            </a:extLst>
          </p:cNvPr>
          <p:cNvCxnSpPr>
            <a:cxnSpLocks/>
          </p:cNvCxnSpPr>
          <p:nvPr/>
        </p:nvCxnSpPr>
        <p:spPr>
          <a:xfrm flipV="1">
            <a:off x="4614703" y="1942866"/>
            <a:ext cx="3612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0D77CFB-B2DB-486F-A96D-CD4A73C0EB3A}"/>
              </a:ext>
            </a:extLst>
          </p:cNvPr>
          <p:cNvCxnSpPr>
            <a:cxnSpLocks/>
          </p:cNvCxnSpPr>
          <p:nvPr/>
        </p:nvCxnSpPr>
        <p:spPr>
          <a:xfrm>
            <a:off x="5821959" y="1942865"/>
            <a:ext cx="2913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3814BC88-E4CB-4054-A338-5AB2C47EC6BA}"/>
              </a:ext>
            </a:extLst>
          </p:cNvPr>
          <p:cNvCxnSpPr>
            <a:cxnSpLocks/>
          </p:cNvCxnSpPr>
          <p:nvPr/>
        </p:nvCxnSpPr>
        <p:spPr>
          <a:xfrm flipV="1">
            <a:off x="7324077" y="194286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24C40B3B-6B2D-441D-A906-20F7A618FB2D}"/>
              </a:ext>
            </a:extLst>
          </p:cNvPr>
          <p:cNvCxnSpPr>
            <a:cxnSpLocks/>
          </p:cNvCxnSpPr>
          <p:nvPr/>
        </p:nvCxnSpPr>
        <p:spPr>
          <a:xfrm flipV="1">
            <a:off x="8246108" y="194286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8C9CD2DD-5F78-4CA7-B325-6FB7613ECFF5}"/>
              </a:ext>
            </a:extLst>
          </p:cNvPr>
          <p:cNvCxnSpPr>
            <a:cxnSpLocks/>
          </p:cNvCxnSpPr>
          <p:nvPr/>
        </p:nvCxnSpPr>
        <p:spPr>
          <a:xfrm flipH="1">
            <a:off x="4334184" y="4485545"/>
            <a:ext cx="2816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75019C1-1957-4DF2-8582-F6418291298D}"/>
              </a:ext>
            </a:extLst>
          </p:cNvPr>
          <p:cNvCxnSpPr>
            <a:cxnSpLocks/>
          </p:cNvCxnSpPr>
          <p:nvPr/>
        </p:nvCxnSpPr>
        <p:spPr>
          <a:xfrm>
            <a:off x="4356864" y="4575005"/>
            <a:ext cx="2706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854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0E2DC410-F652-4378-A0F3-DBD0F4EA3335}"/>
              </a:ext>
            </a:extLst>
          </p:cNvPr>
          <p:cNvSpPr/>
          <p:nvPr/>
        </p:nvSpPr>
        <p:spPr>
          <a:xfrm>
            <a:off x="4319935" y="4668554"/>
            <a:ext cx="7518414" cy="2037891"/>
          </a:xfrm>
          <a:prstGeom prst="roundRect">
            <a:avLst>
              <a:gd name="adj" fmla="val 8662"/>
            </a:avLst>
          </a:prstGeom>
          <a:solidFill>
            <a:srgbClr val="EBF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B9EB29B-7FA7-4824-82B9-FDE2BF61B270}"/>
              </a:ext>
            </a:extLst>
          </p:cNvPr>
          <p:cNvSpPr/>
          <p:nvPr/>
        </p:nvSpPr>
        <p:spPr>
          <a:xfrm>
            <a:off x="122391" y="4451024"/>
            <a:ext cx="4616627" cy="2255422"/>
          </a:xfrm>
          <a:prstGeom prst="roundRect">
            <a:avLst>
              <a:gd name="adj" fmla="val 8662"/>
            </a:avLst>
          </a:prstGeom>
          <a:solidFill>
            <a:srgbClr val="EC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663F760-9DAD-4948-B697-EC23E9B67089}"/>
              </a:ext>
            </a:extLst>
          </p:cNvPr>
          <p:cNvSpPr/>
          <p:nvPr/>
        </p:nvSpPr>
        <p:spPr>
          <a:xfrm>
            <a:off x="139235" y="1814802"/>
            <a:ext cx="11713338" cy="2840099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AC58BCB0-0E3C-45A2-82CF-99EC418663C1}"/>
              </a:ext>
            </a:extLst>
          </p:cNvPr>
          <p:cNvSpPr/>
          <p:nvPr/>
        </p:nvSpPr>
        <p:spPr>
          <a:xfrm>
            <a:off x="110836" y="1654714"/>
            <a:ext cx="11730182" cy="5057159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2" name="사각형: 둥근 모서리 371">
            <a:extLst>
              <a:ext uri="{FF2B5EF4-FFF2-40B4-BE49-F238E27FC236}">
                <a16:creationId xmlns:a16="http://schemas.microsoft.com/office/drawing/2014/main" id="{BBC9E7B4-378B-41BF-869F-30BF7922CD55}"/>
              </a:ext>
            </a:extLst>
          </p:cNvPr>
          <p:cNvSpPr/>
          <p:nvPr/>
        </p:nvSpPr>
        <p:spPr>
          <a:xfrm>
            <a:off x="125010" y="1675164"/>
            <a:ext cx="11699164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및 통합 분석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725013E-ED10-4BC5-98FC-6810A7C80F4D}"/>
              </a:ext>
            </a:extLst>
          </p:cNvPr>
          <p:cNvSpPr/>
          <p:nvPr/>
        </p:nvSpPr>
        <p:spPr>
          <a:xfrm>
            <a:off x="6703876" y="3726278"/>
            <a:ext cx="471050" cy="594066"/>
          </a:xfrm>
          <a:prstGeom prst="rect">
            <a:avLst/>
          </a:prstGeom>
          <a:noFill/>
          <a:ln w="19050">
            <a:solidFill>
              <a:srgbClr val="F58B9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0A0F25A5-C18E-4689-9891-0D652FF2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635" y="3708048"/>
            <a:ext cx="530286" cy="5302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40B74E9-5565-441E-B21C-70BA1A6C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012" y="5291349"/>
            <a:ext cx="503434" cy="663842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A050DB8-C499-423C-9162-D19C720855CF}"/>
              </a:ext>
            </a:extLst>
          </p:cNvPr>
          <p:cNvCxnSpPr>
            <a:cxnSpLocks/>
          </p:cNvCxnSpPr>
          <p:nvPr/>
        </p:nvCxnSpPr>
        <p:spPr>
          <a:xfrm flipV="1">
            <a:off x="4162778" y="4668554"/>
            <a:ext cx="0" cy="479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11C5EC-E6FB-48A5-9604-AAE4A7F5FB48}"/>
              </a:ext>
            </a:extLst>
          </p:cNvPr>
          <p:cNvCxnSpPr>
            <a:cxnSpLocks/>
          </p:cNvCxnSpPr>
          <p:nvPr/>
        </p:nvCxnSpPr>
        <p:spPr>
          <a:xfrm flipH="1">
            <a:off x="8534388" y="2863855"/>
            <a:ext cx="48393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6A719FB-2B83-4DBA-8E29-64750D681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778" y="2625111"/>
            <a:ext cx="536141" cy="536141"/>
          </a:xfrm>
          <a:prstGeom prst="rect">
            <a:avLst/>
          </a:prstGeom>
        </p:spPr>
      </p:pic>
      <p:sp>
        <p:nvSpPr>
          <p:cNvPr id="205" name="Google Shape;93;p36">
            <a:extLst>
              <a:ext uri="{FF2B5EF4-FFF2-40B4-BE49-F238E27FC236}">
                <a16:creationId xmlns:a16="http://schemas.microsoft.com/office/drawing/2014/main" id="{7F9AAA5C-EC26-43D1-AF16-4F70BAF83CBC}"/>
              </a:ext>
            </a:extLst>
          </p:cNvPr>
          <p:cNvSpPr/>
          <p:nvPr/>
        </p:nvSpPr>
        <p:spPr>
          <a:xfrm rot="5400000">
            <a:off x="8269360" y="5551541"/>
            <a:ext cx="808537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9FFBD2C7-DF15-4AB9-8123-564D041FA468}"/>
              </a:ext>
            </a:extLst>
          </p:cNvPr>
          <p:cNvCxnSpPr>
            <a:cxnSpLocks/>
          </p:cNvCxnSpPr>
          <p:nvPr/>
        </p:nvCxnSpPr>
        <p:spPr>
          <a:xfrm flipV="1">
            <a:off x="8557070" y="2953314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4" name="그림 3">
            <a:extLst>
              <a:ext uri="{FF2B5EF4-FFF2-40B4-BE49-F238E27FC236}">
                <a16:creationId xmlns:a16="http://schemas.microsoft.com/office/drawing/2014/main" id="{850318B7-6D2B-49BC-95FF-85A9A57C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466" y="2225275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" name="그림 3">
            <a:extLst>
              <a:ext uri="{FF2B5EF4-FFF2-40B4-BE49-F238E27FC236}">
                <a16:creationId xmlns:a16="http://schemas.microsoft.com/office/drawing/2014/main" id="{F4C7A1E6-8B6E-4D0B-92A9-7CBE2F4F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261" y="5184627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EECFFA3F-D33E-492A-9BE1-6DF7C039C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9038" y="5178335"/>
            <a:ext cx="347313" cy="34731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912137C-62BE-47B4-BF20-A6E44EE807A0}"/>
              </a:ext>
            </a:extLst>
          </p:cNvPr>
          <p:cNvGrpSpPr/>
          <p:nvPr/>
        </p:nvGrpSpPr>
        <p:grpSpPr>
          <a:xfrm>
            <a:off x="312626" y="4962797"/>
            <a:ext cx="309376" cy="1244147"/>
            <a:chOff x="557509" y="3319197"/>
            <a:chExt cx="309376" cy="1244147"/>
          </a:xfrm>
        </p:grpSpPr>
        <p:pic>
          <p:nvPicPr>
            <p:cNvPr id="164" name="그림 163">
              <a:extLst>
                <a:ext uri="{FF2B5EF4-FFF2-40B4-BE49-F238E27FC236}">
                  <a16:creationId xmlns:a16="http://schemas.microsoft.com/office/drawing/2014/main" id="{5413F7AA-819B-49E8-A4C3-0984AE62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7509" y="4196085"/>
              <a:ext cx="309376" cy="367259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178658B4-A5FE-475F-A4FC-D8F41D130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7509" y="3757822"/>
              <a:ext cx="298119" cy="360067"/>
            </a:xfrm>
            <a:prstGeom prst="rect">
              <a:avLst/>
            </a:prstGeom>
          </p:spPr>
        </p:pic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D15F7C63-A22D-4420-BED4-C4D99CD91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7509" y="3319197"/>
              <a:ext cx="297400" cy="367259"/>
            </a:xfrm>
            <a:prstGeom prst="rect">
              <a:avLst/>
            </a:prstGeom>
          </p:spPr>
        </p:pic>
      </p:grp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1C14342E-0DA0-4D4D-9850-C70B8CCEED32}"/>
              </a:ext>
            </a:extLst>
          </p:cNvPr>
          <p:cNvSpPr/>
          <p:nvPr/>
        </p:nvSpPr>
        <p:spPr>
          <a:xfrm>
            <a:off x="1052831" y="5129085"/>
            <a:ext cx="239314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6609E022-B4E3-4C70-86BC-DEBB8086825B}"/>
              </a:ext>
            </a:extLst>
          </p:cNvPr>
          <p:cNvSpPr/>
          <p:nvPr/>
        </p:nvSpPr>
        <p:spPr>
          <a:xfrm>
            <a:off x="1062067" y="5144639"/>
            <a:ext cx="2385989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7C9E907-E454-4A8F-B814-E78C068E3526}"/>
              </a:ext>
            </a:extLst>
          </p:cNvPr>
          <p:cNvSpPr txBox="1"/>
          <p:nvPr/>
        </p:nvSpPr>
        <p:spPr>
          <a:xfrm>
            <a:off x="1920741" y="5562121"/>
            <a:ext cx="1547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종합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F0EE0B2E-785A-4C7E-BFA6-75A7F4613E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893" y="5164601"/>
            <a:ext cx="273820" cy="273820"/>
          </a:xfrm>
          <a:prstGeom prst="rect">
            <a:avLst/>
          </a:prstGeom>
        </p:spPr>
      </p:pic>
      <p:pic>
        <p:nvPicPr>
          <p:cNvPr id="408" name="그림 407">
            <a:extLst>
              <a:ext uri="{FF2B5EF4-FFF2-40B4-BE49-F238E27FC236}">
                <a16:creationId xmlns:a16="http://schemas.microsoft.com/office/drawing/2014/main" id="{4260B7D5-DB3D-4E52-BD7E-7DEB7AA31C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3889" y="5487900"/>
            <a:ext cx="745120" cy="520401"/>
          </a:xfrm>
          <a:prstGeom prst="rect">
            <a:avLst/>
          </a:prstGeom>
        </p:spPr>
      </p:pic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B4D82F7-6AD0-4EEA-8708-CCF641FBCE75}"/>
              </a:ext>
            </a:extLst>
          </p:cNvPr>
          <p:cNvCxnSpPr>
            <a:cxnSpLocks/>
          </p:cNvCxnSpPr>
          <p:nvPr/>
        </p:nvCxnSpPr>
        <p:spPr>
          <a:xfrm flipV="1">
            <a:off x="748383" y="559285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6A23150-4FD5-4E05-891B-AA6AFF1B37C7}"/>
              </a:ext>
            </a:extLst>
          </p:cNvPr>
          <p:cNvCxnSpPr>
            <a:cxnSpLocks/>
          </p:cNvCxnSpPr>
          <p:nvPr/>
        </p:nvCxnSpPr>
        <p:spPr>
          <a:xfrm flipV="1">
            <a:off x="3566571" y="5574383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E9343B4-8C74-4585-A572-70F7CBD4D5A1}"/>
              </a:ext>
            </a:extLst>
          </p:cNvPr>
          <p:cNvSpPr/>
          <p:nvPr/>
        </p:nvSpPr>
        <p:spPr>
          <a:xfrm>
            <a:off x="1305054" y="6345959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성향 및 정체성 분석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CC2A2369-CDFE-40B8-AB45-CA6ED13BEA3D}"/>
              </a:ext>
            </a:extLst>
          </p:cNvPr>
          <p:cNvSpPr/>
          <p:nvPr/>
        </p:nvSpPr>
        <p:spPr>
          <a:xfrm>
            <a:off x="3712067" y="602727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27D76C30-1F09-48B2-88B7-56D1B0F2DBDC}"/>
              </a:ext>
            </a:extLst>
          </p:cNvPr>
          <p:cNvSpPr/>
          <p:nvPr/>
        </p:nvSpPr>
        <p:spPr>
          <a:xfrm>
            <a:off x="3613389" y="4271935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클러스터링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C2FFAD2-64D3-49BC-8372-796C5F01A3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4440" y="2447039"/>
            <a:ext cx="504578" cy="50457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1E18F6-4932-499B-9D64-4E84F1CE22BB}"/>
              </a:ext>
            </a:extLst>
          </p:cNvPr>
          <p:cNvSpPr/>
          <p:nvPr/>
        </p:nvSpPr>
        <p:spPr>
          <a:xfrm>
            <a:off x="234318" y="4913237"/>
            <a:ext cx="3267103" cy="13649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0C5D092-F76C-44A6-B0FC-9DFC669E22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6605" y="2404343"/>
            <a:ext cx="593679" cy="593679"/>
          </a:xfrm>
          <a:prstGeom prst="rect">
            <a:avLst/>
          </a:prstGeom>
        </p:spPr>
      </p:pic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9BD09FDF-0059-4E2C-B3BA-19BDAF8A2CE8}"/>
              </a:ext>
            </a:extLst>
          </p:cNvPr>
          <p:cNvSpPr/>
          <p:nvPr/>
        </p:nvSpPr>
        <p:spPr>
          <a:xfrm>
            <a:off x="6264557" y="2458077"/>
            <a:ext cx="218419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C074C245-F278-45FD-AE50-435A0E8B1C21}"/>
              </a:ext>
            </a:extLst>
          </p:cNvPr>
          <p:cNvSpPr/>
          <p:nvPr/>
        </p:nvSpPr>
        <p:spPr>
          <a:xfrm>
            <a:off x="6273793" y="2473631"/>
            <a:ext cx="2177664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54ABBB6-C506-44E4-9FF0-1A78F28E85A8}"/>
              </a:ext>
            </a:extLst>
          </p:cNvPr>
          <p:cNvSpPr txBox="1"/>
          <p:nvPr/>
        </p:nvSpPr>
        <p:spPr>
          <a:xfrm>
            <a:off x="6809202" y="2891113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가게에 어울리는 상권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탐색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2" name="그림 211">
            <a:extLst>
              <a:ext uri="{FF2B5EF4-FFF2-40B4-BE49-F238E27FC236}">
                <a16:creationId xmlns:a16="http://schemas.microsoft.com/office/drawing/2014/main" id="{91046B54-73C3-4CF7-B53B-21600EB39D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3619" y="2493593"/>
            <a:ext cx="273820" cy="273820"/>
          </a:xfrm>
          <a:prstGeom prst="rect">
            <a:avLst/>
          </a:prstGeom>
        </p:spPr>
      </p:pic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09BD7C83-6C6F-4C61-8A03-E76D98A5C8BE}"/>
              </a:ext>
            </a:extLst>
          </p:cNvPr>
          <p:cNvCxnSpPr>
            <a:cxnSpLocks/>
          </p:cNvCxnSpPr>
          <p:nvPr/>
        </p:nvCxnSpPr>
        <p:spPr>
          <a:xfrm flipV="1">
            <a:off x="4162778" y="3427263"/>
            <a:ext cx="0" cy="202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BACAC23E-AEFC-49F5-A2D6-324E3D9B45B8}"/>
              </a:ext>
            </a:extLst>
          </p:cNvPr>
          <p:cNvSpPr/>
          <p:nvPr/>
        </p:nvSpPr>
        <p:spPr>
          <a:xfrm>
            <a:off x="3613389" y="3014439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유사도 검색 및 토픽 모델링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6" name="그림 215">
            <a:extLst>
              <a:ext uri="{FF2B5EF4-FFF2-40B4-BE49-F238E27FC236}">
                <a16:creationId xmlns:a16="http://schemas.microsoft.com/office/drawing/2014/main" id="{98DBF628-EAAC-41E2-A8B9-F2F62EF2659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6440" y="2691447"/>
            <a:ext cx="581823" cy="58182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49CEE79-D624-4281-9DF8-84C1A49A0A9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95114" y="2376075"/>
            <a:ext cx="574193" cy="574193"/>
          </a:xfrm>
          <a:prstGeom prst="rect">
            <a:avLst/>
          </a:prstGeom>
        </p:spPr>
      </p:pic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F6850F23-3361-4047-B858-B39685CA76F1}"/>
              </a:ext>
            </a:extLst>
          </p:cNvPr>
          <p:cNvCxnSpPr>
            <a:cxnSpLocks/>
          </p:cNvCxnSpPr>
          <p:nvPr/>
        </p:nvCxnSpPr>
        <p:spPr>
          <a:xfrm flipV="1">
            <a:off x="4864103" y="2693400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E5EB82ED-52CF-4DCC-AFCF-EFA9748E703D}"/>
              </a:ext>
            </a:extLst>
          </p:cNvPr>
          <p:cNvSpPr/>
          <p:nvPr/>
        </p:nvSpPr>
        <p:spPr>
          <a:xfrm>
            <a:off x="5038392" y="3014439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정체성 레이블</a:t>
            </a: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76E7C3F6-19FA-4BBE-8B9A-631995BE6BC1}"/>
              </a:ext>
            </a:extLst>
          </p:cNvPr>
          <p:cNvCxnSpPr>
            <a:cxnSpLocks/>
          </p:cNvCxnSpPr>
          <p:nvPr/>
        </p:nvCxnSpPr>
        <p:spPr>
          <a:xfrm flipV="1">
            <a:off x="5936677" y="2693400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3030CFD8-9F92-4F61-908E-6CABC1C150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5025" y="3906245"/>
            <a:ext cx="361445" cy="3614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95D8AE8-43D1-4886-B71A-D582CAB0D93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1050" y="3932680"/>
            <a:ext cx="361445" cy="36144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4CBDF0E-0E5C-4377-AD92-EDF2A081A92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14540" y="3917501"/>
            <a:ext cx="366360" cy="366360"/>
          </a:xfrm>
          <a:prstGeom prst="rect">
            <a:avLst/>
          </a:prstGeom>
        </p:spPr>
      </p:pic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A5BBDC92-6D90-4985-B1DD-39E3795894B3}"/>
              </a:ext>
            </a:extLst>
          </p:cNvPr>
          <p:cNvCxnSpPr>
            <a:cxnSpLocks/>
          </p:cNvCxnSpPr>
          <p:nvPr/>
        </p:nvCxnSpPr>
        <p:spPr>
          <a:xfrm>
            <a:off x="7391591" y="3454971"/>
            <a:ext cx="0" cy="21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4FAFEDE7-F4C3-4240-AB87-9996528784B9}"/>
              </a:ext>
            </a:extLst>
          </p:cNvPr>
          <p:cNvSpPr/>
          <p:nvPr/>
        </p:nvSpPr>
        <p:spPr>
          <a:xfrm>
            <a:off x="6879975" y="4451023"/>
            <a:ext cx="1052549" cy="221059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51E5F02-132F-474A-AD04-0D9A264C7A4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80686" y="3431673"/>
            <a:ext cx="415382" cy="415382"/>
          </a:xfrm>
          <a:prstGeom prst="rect">
            <a:avLst/>
          </a:prstGeom>
        </p:spPr>
      </p:pic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FE432830-D9DE-4DC0-BC60-C7D0A57822E4}"/>
              </a:ext>
            </a:extLst>
          </p:cNvPr>
          <p:cNvSpPr/>
          <p:nvPr/>
        </p:nvSpPr>
        <p:spPr>
          <a:xfrm>
            <a:off x="5562494" y="5352402"/>
            <a:ext cx="2831623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AAE7C64A-3E5D-4870-BF64-E4063E25DA1C}"/>
              </a:ext>
            </a:extLst>
          </p:cNvPr>
          <p:cNvSpPr/>
          <p:nvPr/>
        </p:nvSpPr>
        <p:spPr>
          <a:xfrm>
            <a:off x="5571729" y="5367956"/>
            <a:ext cx="2823151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ADEE886-38B5-473F-9E53-BB7756430C52}"/>
              </a:ext>
            </a:extLst>
          </p:cNvPr>
          <p:cNvSpPr txBox="1"/>
          <p:nvPr/>
        </p:nvSpPr>
        <p:spPr>
          <a:xfrm>
            <a:off x="6933738" y="5782835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 결과와 상권 </a:t>
            </a:r>
            <a:b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통합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5" name="그림 234">
            <a:extLst>
              <a:ext uri="{FF2B5EF4-FFF2-40B4-BE49-F238E27FC236}">
                <a16:creationId xmlns:a16="http://schemas.microsoft.com/office/drawing/2014/main" id="{69D9BAD6-68D1-4182-B757-E367A9780E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1556" y="5387918"/>
            <a:ext cx="273820" cy="2738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10463DE-1FC9-4CF2-AE0B-1983B2CC25C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75006" y="5525648"/>
            <a:ext cx="711175" cy="495063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645D7905-6997-4A92-A99A-95BAAFBA7CB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9671" y="5783027"/>
            <a:ext cx="361445" cy="361445"/>
          </a:xfrm>
          <a:prstGeom prst="rect">
            <a:avLst/>
          </a:prstGeom>
        </p:spPr>
      </p:pic>
      <p:pic>
        <p:nvPicPr>
          <p:cNvPr id="238" name="그림 237">
            <a:extLst>
              <a:ext uri="{FF2B5EF4-FFF2-40B4-BE49-F238E27FC236}">
                <a16:creationId xmlns:a16="http://schemas.microsoft.com/office/drawing/2014/main" id="{9C64797A-C4FF-44D2-B16A-9FDBE033A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421" y="5757782"/>
            <a:ext cx="312398" cy="411936"/>
          </a:xfrm>
          <a:prstGeom prst="rect">
            <a:avLst/>
          </a:prstGeom>
        </p:spPr>
      </p:pic>
      <p:pic>
        <p:nvPicPr>
          <p:cNvPr id="239" name="그림 238">
            <a:extLst>
              <a:ext uri="{FF2B5EF4-FFF2-40B4-BE49-F238E27FC236}">
                <a16:creationId xmlns:a16="http://schemas.microsoft.com/office/drawing/2014/main" id="{8FA55918-2631-4F9C-8D90-678046E60D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6127" y="5736384"/>
            <a:ext cx="411937" cy="411937"/>
          </a:xfrm>
          <a:prstGeom prst="rect">
            <a:avLst/>
          </a:prstGeom>
        </p:spPr>
      </p:pic>
      <p:sp>
        <p:nvSpPr>
          <p:cNvPr id="45" name="더하기 기호 44">
            <a:extLst>
              <a:ext uri="{FF2B5EF4-FFF2-40B4-BE49-F238E27FC236}">
                <a16:creationId xmlns:a16="http://schemas.microsoft.com/office/drawing/2014/main" id="{C0D1AAFB-7EF7-456E-A90D-D5CA2CD19836}"/>
              </a:ext>
            </a:extLst>
          </p:cNvPr>
          <p:cNvSpPr/>
          <p:nvPr/>
        </p:nvSpPr>
        <p:spPr>
          <a:xfrm>
            <a:off x="5912329" y="583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더하기 기호 239">
            <a:extLst>
              <a:ext uri="{FF2B5EF4-FFF2-40B4-BE49-F238E27FC236}">
                <a16:creationId xmlns:a16="http://schemas.microsoft.com/office/drawing/2014/main" id="{8F948ABA-1692-4E65-ABD1-F0A66AF420D1}"/>
              </a:ext>
            </a:extLst>
          </p:cNvPr>
          <p:cNvSpPr/>
          <p:nvPr/>
        </p:nvSpPr>
        <p:spPr>
          <a:xfrm>
            <a:off x="6466712" y="583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A3C177ED-421F-4404-A916-514F5A4D6D03}"/>
              </a:ext>
            </a:extLst>
          </p:cNvPr>
          <p:cNvSpPr/>
          <p:nvPr/>
        </p:nvSpPr>
        <p:spPr>
          <a:xfrm>
            <a:off x="8954308" y="3198649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42" name="그림 241">
            <a:extLst>
              <a:ext uri="{FF2B5EF4-FFF2-40B4-BE49-F238E27FC236}">
                <a16:creationId xmlns:a16="http://schemas.microsoft.com/office/drawing/2014/main" id="{7DA429F4-0569-40AC-9EEF-DFFE30E4B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525" y="5566136"/>
            <a:ext cx="536141" cy="536141"/>
          </a:xfrm>
          <a:prstGeom prst="rect">
            <a:avLst/>
          </a:prstGeom>
        </p:spPr>
      </p:pic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335848D6-9E11-48CC-B076-23D7C05CCBDE}"/>
              </a:ext>
            </a:extLst>
          </p:cNvPr>
          <p:cNvSpPr/>
          <p:nvPr/>
        </p:nvSpPr>
        <p:spPr>
          <a:xfrm>
            <a:off x="9001985" y="6181796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13307A89-71F9-47A9-99CD-D97B5430BC7E}"/>
              </a:ext>
            </a:extLst>
          </p:cNvPr>
          <p:cNvSpPr/>
          <p:nvPr/>
        </p:nvSpPr>
        <p:spPr>
          <a:xfrm>
            <a:off x="10187446" y="6171294"/>
            <a:ext cx="1286294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6" name="더하기 기호 245">
            <a:extLst>
              <a:ext uri="{FF2B5EF4-FFF2-40B4-BE49-F238E27FC236}">
                <a16:creationId xmlns:a16="http://schemas.microsoft.com/office/drawing/2014/main" id="{3F51AED9-7713-487E-9724-DC20DD1EA03C}"/>
              </a:ext>
            </a:extLst>
          </p:cNvPr>
          <p:cNvSpPr/>
          <p:nvPr/>
        </p:nvSpPr>
        <p:spPr>
          <a:xfrm>
            <a:off x="9860586" y="5541385"/>
            <a:ext cx="540000" cy="540000"/>
          </a:xfrm>
          <a:prstGeom prst="mathPlus">
            <a:avLst/>
          </a:prstGeom>
          <a:solidFill>
            <a:srgbClr val="75A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FDDD908-5B3A-4863-9504-F91A8DA341C7}"/>
              </a:ext>
            </a:extLst>
          </p:cNvPr>
          <p:cNvSpPr/>
          <p:nvPr/>
        </p:nvSpPr>
        <p:spPr>
          <a:xfrm>
            <a:off x="120072" y="4644125"/>
            <a:ext cx="1043817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3.1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</a:t>
            </a: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8974570F-2B93-4629-A043-2545F227A5A7}"/>
              </a:ext>
            </a:extLst>
          </p:cNvPr>
          <p:cNvSpPr/>
          <p:nvPr/>
        </p:nvSpPr>
        <p:spPr>
          <a:xfrm>
            <a:off x="120073" y="2214619"/>
            <a:ext cx="1357746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3.2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90F0529-EFDA-4F86-97BB-D5526F62EA7F}"/>
              </a:ext>
            </a:extLst>
          </p:cNvPr>
          <p:cNvSpPr/>
          <p:nvPr/>
        </p:nvSpPr>
        <p:spPr>
          <a:xfrm>
            <a:off x="4750573" y="4644125"/>
            <a:ext cx="1945554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3.3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 도출</a:t>
            </a:r>
          </a:p>
        </p:txBody>
      </p:sp>
    </p:spTree>
    <p:extLst>
      <p:ext uri="{BB962C8B-B14F-4D97-AF65-F5344CB8AC3E}">
        <p14:creationId xmlns:p14="http://schemas.microsoft.com/office/powerpoint/2010/main" val="116657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B9EB29B-7FA7-4824-82B9-FDE2BF61B270}"/>
              </a:ext>
            </a:extLst>
          </p:cNvPr>
          <p:cNvSpPr/>
          <p:nvPr/>
        </p:nvSpPr>
        <p:spPr>
          <a:xfrm>
            <a:off x="63122" y="361618"/>
            <a:ext cx="4616627" cy="2255422"/>
          </a:xfrm>
          <a:prstGeom prst="roundRect">
            <a:avLst>
              <a:gd name="adj" fmla="val 8662"/>
            </a:avLst>
          </a:prstGeom>
          <a:solidFill>
            <a:srgbClr val="EC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AC58BCB0-0E3C-45A2-82CF-99EC418663C1}"/>
              </a:ext>
            </a:extLst>
          </p:cNvPr>
          <p:cNvSpPr/>
          <p:nvPr/>
        </p:nvSpPr>
        <p:spPr>
          <a:xfrm>
            <a:off x="51567" y="-4754"/>
            <a:ext cx="12081164" cy="2602506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2" name="사각형: 둥근 모서리 371">
            <a:extLst>
              <a:ext uri="{FF2B5EF4-FFF2-40B4-BE49-F238E27FC236}">
                <a16:creationId xmlns:a16="http://schemas.microsoft.com/office/drawing/2014/main" id="{BBC9E7B4-378B-41BF-869F-30BF7922CD55}"/>
              </a:ext>
            </a:extLst>
          </p:cNvPr>
          <p:cNvSpPr/>
          <p:nvPr/>
        </p:nvSpPr>
        <p:spPr>
          <a:xfrm>
            <a:off x="65741" y="15695"/>
            <a:ext cx="12049218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및 통합 분석</a:t>
            </a: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0A0F25A5-C18E-4689-9891-0D652FF2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196" y="1264670"/>
            <a:ext cx="530286" cy="5302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40B74E9-5565-441E-B21C-70BA1A6C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743" y="1201943"/>
            <a:ext cx="503434" cy="663842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11C5EC-E6FB-48A5-9604-AAE4A7F5FB48}"/>
              </a:ext>
            </a:extLst>
          </p:cNvPr>
          <p:cNvCxnSpPr>
            <a:cxnSpLocks/>
          </p:cNvCxnSpPr>
          <p:nvPr/>
        </p:nvCxnSpPr>
        <p:spPr>
          <a:xfrm flipH="1">
            <a:off x="10940999" y="1498518"/>
            <a:ext cx="2816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6A719FB-2B83-4DBA-8E29-64750D681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913" y="1194909"/>
            <a:ext cx="536141" cy="536141"/>
          </a:xfrm>
          <a:prstGeom prst="rect">
            <a:avLst/>
          </a:prstGeom>
        </p:spPr>
      </p:pic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9FFBD2C7-DF15-4AB9-8123-564D041FA468}"/>
              </a:ext>
            </a:extLst>
          </p:cNvPr>
          <p:cNvCxnSpPr>
            <a:cxnSpLocks/>
          </p:cNvCxnSpPr>
          <p:nvPr/>
        </p:nvCxnSpPr>
        <p:spPr>
          <a:xfrm>
            <a:off x="10963679" y="1587978"/>
            <a:ext cx="2706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4" name="그림 3">
            <a:extLst>
              <a:ext uri="{FF2B5EF4-FFF2-40B4-BE49-F238E27FC236}">
                <a16:creationId xmlns:a16="http://schemas.microsoft.com/office/drawing/2014/main" id="{850318B7-6D2B-49BC-95FF-85A9A57C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601" y="795073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912137C-62BE-47B4-BF20-A6E44EE807A0}"/>
              </a:ext>
            </a:extLst>
          </p:cNvPr>
          <p:cNvGrpSpPr/>
          <p:nvPr/>
        </p:nvGrpSpPr>
        <p:grpSpPr>
          <a:xfrm>
            <a:off x="253357" y="873391"/>
            <a:ext cx="309376" cy="1244147"/>
            <a:chOff x="557509" y="3319197"/>
            <a:chExt cx="309376" cy="1244147"/>
          </a:xfrm>
        </p:grpSpPr>
        <p:pic>
          <p:nvPicPr>
            <p:cNvPr id="164" name="그림 163">
              <a:extLst>
                <a:ext uri="{FF2B5EF4-FFF2-40B4-BE49-F238E27FC236}">
                  <a16:creationId xmlns:a16="http://schemas.microsoft.com/office/drawing/2014/main" id="{5413F7AA-819B-49E8-A4C3-0984AE62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7509" y="4196085"/>
              <a:ext cx="309376" cy="367259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178658B4-A5FE-475F-A4FC-D8F41D130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7509" y="3757822"/>
              <a:ext cx="298119" cy="360067"/>
            </a:xfrm>
            <a:prstGeom prst="rect">
              <a:avLst/>
            </a:prstGeom>
          </p:spPr>
        </p:pic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D15F7C63-A22D-4420-BED4-C4D99CD91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7509" y="3319197"/>
              <a:ext cx="297400" cy="367259"/>
            </a:xfrm>
            <a:prstGeom prst="rect">
              <a:avLst/>
            </a:prstGeom>
          </p:spPr>
        </p:pic>
      </p:grp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1C14342E-0DA0-4D4D-9850-C70B8CCEED32}"/>
              </a:ext>
            </a:extLst>
          </p:cNvPr>
          <p:cNvSpPr/>
          <p:nvPr/>
        </p:nvSpPr>
        <p:spPr>
          <a:xfrm>
            <a:off x="993562" y="1039679"/>
            <a:ext cx="239314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6609E022-B4E3-4C70-86BC-DEBB8086825B}"/>
              </a:ext>
            </a:extLst>
          </p:cNvPr>
          <p:cNvSpPr/>
          <p:nvPr/>
        </p:nvSpPr>
        <p:spPr>
          <a:xfrm>
            <a:off x="1002798" y="1055233"/>
            <a:ext cx="2385989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7C9E907-E454-4A8F-B814-E78C068E3526}"/>
              </a:ext>
            </a:extLst>
          </p:cNvPr>
          <p:cNvSpPr txBox="1"/>
          <p:nvPr/>
        </p:nvSpPr>
        <p:spPr>
          <a:xfrm>
            <a:off x="1861472" y="1472715"/>
            <a:ext cx="1547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종합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F0EE0B2E-785A-4C7E-BFA6-75A7F4613E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624" y="1075195"/>
            <a:ext cx="273820" cy="273820"/>
          </a:xfrm>
          <a:prstGeom prst="rect">
            <a:avLst/>
          </a:prstGeom>
        </p:spPr>
      </p:pic>
      <p:pic>
        <p:nvPicPr>
          <p:cNvPr id="408" name="그림 407">
            <a:extLst>
              <a:ext uri="{FF2B5EF4-FFF2-40B4-BE49-F238E27FC236}">
                <a16:creationId xmlns:a16="http://schemas.microsoft.com/office/drawing/2014/main" id="{4260B7D5-DB3D-4E52-BD7E-7DEB7AA31C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620" y="1398494"/>
            <a:ext cx="745120" cy="520401"/>
          </a:xfrm>
          <a:prstGeom prst="rect">
            <a:avLst/>
          </a:prstGeom>
        </p:spPr>
      </p:pic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B4D82F7-6AD0-4EEA-8708-CCF641FBCE75}"/>
              </a:ext>
            </a:extLst>
          </p:cNvPr>
          <p:cNvCxnSpPr>
            <a:cxnSpLocks/>
          </p:cNvCxnSpPr>
          <p:nvPr/>
        </p:nvCxnSpPr>
        <p:spPr>
          <a:xfrm flipV="1">
            <a:off x="689114" y="1503449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6A23150-4FD5-4E05-891B-AA6AFF1B37C7}"/>
              </a:ext>
            </a:extLst>
          </p:cNvPr>
          <p:cNvCxnSpPr>
            <a:cxnSpLocks/>
          </p:cNvCxnSpPr>
          <p:nvPr/>
        </p:nvCxnSpPr>
        <p:spPr>
          <a:xfrm flipV="1">
            <a:off x="3507302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E9343B4-8C74-4585-A572-70F7CBD4D5A1}"/>
              </a:ext>
            </a:extLst>
          </p:cNvPr>
          <p:cNvSpPr/>
          <p:nvPr/>
        </p:nvSpPr>
        <p:spPr>
          <a:xfrm>
            <a:off x="1245785" y="2256553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성향 및 정체성 분석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CC2A2369-CDFE-40B8-AB45-CA6ED13BEA3D}"/>
              </a:ext>
            </a:extLst>
          </p:cNvPr>
          <p:cNvSpPr/>
          <p:nvPr/>
        </p:nvSpPr>
        <p:spPr>
          <a:xfrm>
            <a:off x="3652798" y="1937868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27D76C30-1F09-48B2-88B7-56D1B0F2DBDC}"/>
              </a:ext>
            </a:extLst>
          </p:cNvPr>
          <p:cNvSpPr/>
          <p:nvPr/>
        </p:nvSpPr>
        <p:spPr>
          <a:xfrm>
            <a:off x="4757525" y="1930186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클러스터링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C2FFAD2-64D3-49BC-8372-796C5F01A3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8312" y="1266382"/>
            <a:ext cx="504578" cy="50457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1E18F6-4932-499B-9D64-4E84F1CE22BB}"/>
              </a:ext>
            </a:extLst>
          </p:cNvPr>
          <p:cNvSpPr/>
          <p:nvPr/>
        </p:nvSpPr>
        <p:spPr>
          <a:xfrm>
            <a:off x="175049" y="823831"/>
            <a:ext cx="3267103" cy="13649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0C5D092-F76C-44A6-B0FC-9DFC669E22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0477" y="1223686"/>
            <a:ext cx="593679" cy="593679"/>
          </a:xfrm>
          <a:prstGeom prst="rect">
            <a:avLst/>
          </a:prstGeom>
        </p:spPr>
      </p:pic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9BD09FDF-0059-4E2C-B3BA-19BDAF8A2CE8}"/>
              </a:ext>
            </a:extLst>
          </p:cNvPr>
          <p:cNvSpPr/>
          <p:nvPr/>
        </p:nvSpPr>
        <p:spPr>
          <a:xfrm>
            <a:off x="8671166" y="1092740"/>
            <a:ext cx="218419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C074C245-F278-45FD-AE50-435A0E8B1C21}"/>
              </a:ext>
            </a:extLst>
          </p:cNvPr>
          <p:cNvSpPr/>
          <p:nvPr/>
        </p:nvSpPr>
        <p:spPr>
          <a:xfrm>
            <a:off x="8680402" y="1108294"/>
            <a:ext cx="2177664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54ABBB6-C506-44E4-9FF0-1A78F28E85A8}"/>
              </a:ext>
            </a:extLst>
          </p:cNvPr>
          <p:cNvSpPr txBox="1"/>
          <p:nvPr/>
        </p:nvSpPr>
        <p:spPr>
          <a:xfrm>
            <a:off x="9215811" y="1525776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가게에 어울리는 상권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탐색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2" name="그림 211">
            <a:extLst>
              <a:ext uri="{FF2B5EF4-FFF2-40B4-BE49-F238E27FC236}">
                <a16:creationId xmlns:a16="http://schemas.microsoft.com/office/drawing/2014/main" id="{91046B54-73C3-4CF7-B53B-21600EB39D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0228" y="1128256"/>
            <a:ext cx="273820" cy="273820"/>
          </a:xfrm>
          <a:prstGeom prst="rect">
            <a:avLst/>
          </a:prstGeom>
        </p:spPr>
      </p:pic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BACAC23E-AEFC-49F5-A2D6-324E3D9B45B8}"/>
              </a:ext>
            </a:extLst>
          </p:cNvPr>
          <p:cNvSpPr/>
          <p:nvPr/>
        </p:nvSpPr>
        <p:spPr>
          <a:xfrm>
            <a:off x="6117261" y="1935384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유사도 검색 및 토픽 모델링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6" name="그림 215">
            <a:extLst>
              <a:ext uri="{FF2B5EF4-FFF2-40B4-BE49-F238E27FC236}">
                <a16:creationId xmlns:a16="http://schemas.microsoft.com/office/drawing/2014/main" id="{98DBF628-EAAC-41E2-A8B9-F2F62EF265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49" y="1326110"/>
            <a:ext cx="581823" cy="58182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49CEE79-D624-4281-9DF8-84C1A49A0A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9652" y="1201943"/>
            <a:ext cx="574193" cy="574193"/>
          </a:xfrm>
          <a:prstGeom prst="rect">
            <a:avLst/>
          </a:prstGeom>
        </p:spPr>
      </p:pic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E5EB82ED-52CF-4DCC-AFCF-EFA9748E703D}"/>
              </a:ext>
            </a:extLst>
          </p:cNvPr>
          <p:cNvSpPr/>
          <p:nvPr/>
        </p:nvSpPr>
        <p:spPr>
          <a:xfrm>
            <a:off x="7586747" y="1950142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정체성 레이블</a:t>
            </a:r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A3C177ED-421F-4404-A916-514F5A4D6D03}"/>
              </a:ext>
            </a:extLst>
          </p:cNvPr>
          <p:cNvSpPr/>
          <p:nvPr/>
        </p:nvSpPr>
        <p:spPr>
          <a:xfrm>
            <a:off x="11134443" y="1768447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FDDD908-5B3A-4863-9504-F91A8DA341C7}"/>
              </a:ext>
            </a:extLst>
          </p:cNvPr>
          <p:cNvSpPr/>
          <p:nvPr/>
        </p:nvSpPr>
        <p:spPr>
          <a:xfrm>
            <a:off x="60803" y="554719"/>
            <a:ext cx="1043817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3.1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90F0529-EFDA-4F86-97BB-D5526F62EA7F}"/>
              </a:ext>
            </a:extLst>
          </p:cNvPr>
          <p:cNvSpPr/>
          <p:nvPr/>
        </p:nvSpPr>
        <p:spPr>
          <a:xfrm>
            <a:off x="4691304" y="554719"/>
            <a:ext cx="1945554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3.2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5FC95D74-4BF3-4521-98D9-D3CB813DB6E2}"/>
              </a:ext>
            </a:extLst>
          </p:cNvPr>
          <p:cNvCxnSpPr>
            <a:cxnSpLocks/>
          </p:cNvCxnSpPr>
          <p:nvPr/>
        </p:nvCxnSpPr>
        <p:spPr>
          <a:xfrm flipV="1">
            <a:off x="4582655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0E55230-822A-443C-A3BF-32B96146BEB5}"/>
              </a:ext>
            </a:extLst>
          </p:cNvPr>
          <p:cNvCxnSpPr>
            <a:cxnSpLocks/>
          </p:cNvCxnSpPr>
          <p:nvPr/>
        </p:nvCxnSpPr>
        <p:spPr>
          <a:xfrm flipV="1">
            <a:off x="5829779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226A6239-A697-4D99-94B3-F4832AA7B27A}"/>
              </a:ext>
            </a:extLst>
          </p:cNvPr>
          <p:cNvCxnSpPr>
            <a:cxnSpLocks/>
          </p:cNvCxnSpPr>
          <p:nvPr/>
        </p:nvCxnSpPr>
        <p:spPr>
          <a:xfrm flipV="1">
            <a:off x="7400181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B63E4D3-629D-44C6-9037-C555A155E123}"/>
              </a:ext>
            </a:extLst>
          </p:cNvPr>
          <p:cNvCxnSpPr>
            <a:cxnSpLocks/>
          </p:cNvCxnSpPr>
          <p:nvPr/>
        </p:nvCxnSpPr>
        <p:spPr>
          <a:xfrm flipV="1">
            <a:off x="8366909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6EBF8980-5C53-45BC-B55C-3954F1476183}"/>
              </a:ext>
            </a:extLst>
          </p:cNvPr>
          <p:cNvSpPr/>
          <p:nvPr/>
        </p:nvSpPr>
        <p:spPr>
          <a:xfrm>
            <a:off x="51567" y="3019109"/>
            <a:ext cx="6205300" cy="210322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9B096A8-A97E-4FAB-BB9B-6D86990A0BFD}"/>
              </a:ext>
            </a:extLst>
          </p:cNvPr>
          <p:cNvSpPr/>
          <p:nvPr/>
        </p:nvSpPr>
        <p:spPr>
          <a:xfrm>
            <a:off x="65741" y="3039558"/>
            <a:ext cx="6188891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4.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분석</a:t>
            </a:r>
          </a:p>
        </p:txBody>
      </p:sp>
      <p:sp>
        <p:nvSpPr>
          <p:cNvPr id="163" name="Google Shape;93;p36">
            <a:extLst>
              <a:ext uri="{FF2B5EF4-FFF2-40B4-BE49-F238E27FC236}">
                <a16:creationId xmlns:a16="http://schemas.microsoft.com/office/drawing/2014/main" id="{6D4C6044-E46C-4FF1-A9C7-BD70EC8293A7}"/>
              </a:ext>
            </a:extLst>
          </p:cNvPr>
          <p:cNvSpPr/>
          <p:nvPr/>
        </p:nvSpPr>
        <p:spPr>
          <a:xfrm rot="5400000">
            <a:off x="2912881" y="4024265"/>
            <a:ext cx="808537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5" name="그림 3">
            <a:extLst>
              <a:ext uri="{FF2B5EF4-FFF2-40B4-BE49-F238E27FC236}">
                <a16:creationId xmlns:a16="http://schemas.microsoft.com/office/drawing/2014/main" id="{86631CCB-904B-4041-A044-1B14D3578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782" y="3657351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136A709A-4B16-486A-8DA8-4416FED9E8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2559" y="3651059"/>
            <a:ext cx="347313" cy="347313"/>
          </a:xfrm>
          <a:prstGeom prst="rect">
            <a:avLst/>
          </a:prstGeom>
        </p:spPr>
      </p:pic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293933FA-D1EE-41FE-BEE2-7A45D4D9C20B}"/>
              </a:ext>
            </a:extLst>
          </p:cNvPr>
          <p:cNvSpPr/>
          <p:nvPr/>
        </p:nvSpPr>
        <p:spPr>
          <a:xfrm>
            <a:off x="206015" y="3825126"/>
            <a:ext cx="2831623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FB6EFD14-9972-4EDC-83BB-7216EFD25F50}"/>
              </a:ext>
            </a:extLst>
          </p:cNvPr>
          <p:cNvSpPr/>
          <p:nvPr/>
        </p:nvSpPr>
        <p:spPr>
          <a:xfrm>
            <a:off x="215250" y="3840680"/>
            <a:ext cx="2823151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1F62695-93D3-4B20-A71F-5AC2523A89E2}"/>
              </a:ext>
            </a:extLst>
          </p:cNvPr>
          <p:cNvSpPr txBox="1"/>
          <p:nvPr/>
        </p:nvSpPr>
        <p:spPr>
          <a:xfrm>
            <a:off x="1577259" y="4255559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 결과와 상권 </a:t>
            </a:r>
            <a:b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통합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73" name="그림 172">
            <a:extLst>
              <a:ext uri="{FF2B5EF4-FFF2-40B4-BE49-F238E27FC236}">
                <a16:creationId xmlns:a16="http://schemas.microsoft.com/office/drawing/2014/main" id="{5680AEB3-D1C0-4BD2-97C3-CF8967C500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077" y="3860642"/>
            <a:ext cx="273820" cy="273820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FC79F756-02B0-4893-83F8-FC83CFAB186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8527" y="3998372"/>
            <a:ext cx="711175" cy="495063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0C64CA3-6EF3-4AFA-9FF2-16A3BDAF144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3192" y="4255751"/>
            <a:ext cx="361445" cy="361445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BC6BEC4A-458F-447E-8EFA-CEDCCD793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42" y="4230506"/>
            <a:ext cx="312398" cy="411936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496ACECB-4637-490C-AA9F-04457DFAF2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39648" y="4209108"/>
            <a:ext cx="411937" cy="411937"/>
          </a:xfrm>
          <a:prstGeom prst="rect">
            <a:avLst/>
          </a:prstGeom>
        </p:spPr>
      </p:pic>
      <p:sp>
        <p:nvSpPr>
          <p:cNvPr id="179" name="더하기 기호 178">
            <a:extLst>
              <a:ext uri="{FF2B5EF4-FFF2-40B4-BE49-F238E27FC236}">
                <a16:creationId xmlns:a16="http://schemas.microsoft.com/office/drawing/2014/main" id="{CE94ACF8-4BBF-4CA4-AF35-5BB964842068}"/>
              </a:ext>
            </a:extLst>
          </p:cNvPr>
          <p:cNvSpPr/>
          <p:nvPr/>
        </p:nvSpPr>
        <p:spPr>
          <a:xfrm>
            <a:off x="555850" y="4306931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더하기 기호 179">
            <a:extLst>
              <a:ext uri="{FF2B5EF4-FFF2-40B4-BE49-F238E27FC236}">
                <a16:creationId xmlns:a16="http://schemas.microsoft.com/office/drawing/2014/main" id="{A28BA088-1118-4141-831D-039BC23C90E7}"/>
              </a:ext>
            </a:extLst>
          </p:cNvPr>
          <p:cNvSpPr/>
          <p:nvPr/>
        </p:nvSpPr>
        <p:spPr>
          <a:xfrm>
            <a:off x="1110233" y="4306931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753CA012-8CDE-4D94-B9E9-01BC1B95D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046" y="4038860"/>
            <a:ext cx="536141" cy="536141"/>
          </a:xfrm>
          <a:prstGeom prst="rect">
            <a:avLst/>
          </a:prstGeom>
        </p:spPr>
      </p:pic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C8BC3D0C-1207-45F7-934E-218B4AB31D74}"/>
              </a:ext>
            </a:extLst>
          </p:cNvPr>
          <p:cNvSpPr/>
          <p:nvPr/>
        </p:nvSpPr>
        <p:spPr>
          <a:xfrm>
            <a:off x="3645506" y="4654520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6D81B9A-DFA6-4CA4-A9CF-FC38EDDAD4A6}"/>
              </a:ext>
            </a:extLst>
          </p:cNvPr>
          <p:cNvSpPr/>
          <p:nvPr/>
        </p:nvSpPr>
        <p:spPr>
          <a:xfrm>
            <a:off x="4830967" y="4644018"/>
            <a:ext cx="1286294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4" name="더하기 기호 183">
            <a:extLst>
              <a:ext uri="{FF2B5EF4-FFF2-40B4-BE49-F238E27FC236}">
                <a16:creationId xmlns:a16="http://schemas.microsoft.com/office/drawing/2014/main" id="{522FABAF-5C44-4A2E-9020-3975C807C2F5}"/>
              </a:ext>
            </a:extLst>
          </p:cNvPr>
          <p:cNvSpPr/>
          <p:nvPr/>
        </p:nvSpPr>
        <p:spPr>
          <a:xfrm>
            <a:off x="4504107" y="4014109"/>
            <a:ext cx="540000" cy="540000"/>
          </a:xfrm>
          <a:prstGeom prst="mathPlus">
            <a:avLst/>
          </a:prstGeom>
          <a:solidFill>
            <a:srgbClr val="75A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672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6932</TotalTime>
  <Words>495</Words>
  <Application>Microsoft Office PowerPoint</Application>
  <PresentationFormat>와이드스크린</PresentationFormat>
  <Paragraphs>157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Pretendard</vt:lpstr>
      <vt:lpstr>맑은 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승건 이</dc:creator>
  <cp:lastModifiedBy>user</cp:lastModifiedBy>
  <cp:revision>102</cp:revision>
  <dcterms:created xsi:type="dcterms:W3CDTF">2025-04-16T05:57:00Z</dcterms:created>
  <dcterms:modified xsi:type="dcterms:W3CDTF">2026-06-28T11:17:41Z</dcterms:modified>
</cp:coreProperties>
</file>