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3" r:id="rId2"/>
    <p:sldId id="264" r:id="rId3"/>
    <p:sldId id="265" r:id="rId4"/>
    <p:sldId id="256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E9A"/>
    <a:srgbClr val="F58B95"/>
    <a:srgbClr val="FB9BFD"/>
    <a:srgbClr val="D6FEE5"/>
    <a:srgbClr val="E9F2F9"/>
    <a:srgbClr val="19471D"/>
    <a:srgbClr val="0CB80C"/>
    <a:srgbClr val="8DF967"/>
    <a:srgbClr val="BAFECC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8" autoAdjust="0"/>
  </p:normalViewPr>
  <p:slideViewPr>
    <p:cSldViewPr snapToGrid="0">
      <p:cViewPr varScale="1">
        <p:scale>
          <a:sx n="60" d="100"/>
          <a:sy n="60" d="100"/>
        </p:scale>
        <p:origin x="78" y="12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E46F-B36E-448D-82D2-486DFE961E56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2E9D14-385B-41A2-965B-658AACE658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790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3C1BD8-D3B0-4FA8-996A-A69A4AF798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DDE1A5-3920-49F7-AC27-44DC6807E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49E0C1-EFFC-4EF6-B13C-607E6CC7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6CAEA4-32B3-4B52-9FD1-17C491265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B3605F-BF0B-4DA6-B413-16BC81086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502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E9C818-B8B6-4329-A5A3-98991D0A0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23B36D-4F86-4DF3-9451-CFDF2F8F2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9FD594-2330-43E3-9240-B5E89D54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9CE391-BB84-4DB6-8253-A462CCABF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DFBE29-6FE7-4990-BCFE-C45A68ED6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892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A203E-B311-4F5D-B7CA-3704D0F4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271001-1C4D-4536-9EF1-63FB42AF5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75BE52-6B39-44F5-944C-383FE74C7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4008FA-EBE0-40E2-B2B3-5084E098E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EB1B4-9E88-492D-B0D9-3F4D39FAC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1969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6369E-2A9E-4137-8D9D-55128B109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EA234D-F8EB-4E6F-BA19-E3EAB9A2A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7692ED-800B-4171-A803-D894A2258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7E580D-007D-4E2F-A72F-3797F46EB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3E7018-856C-48B6-8FCD-3BE0AE4FD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E32B3B-2A61-434F-8268-D28743E32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015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093D98-3693-402B-B2B9-549A3476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0F415E-2EBA-4BE2-BDD4-031FECC78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38A6C4-3B19-4DDD-A896-99A9F956DA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AE54ACD-FD57-4FB3-AE0C-F52A4DEDAB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830E84-7E35-4681-8C61-AC4EEEF05B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8C0ABDC-F3F3-4017-811A-F18D5650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B1A38-15E4-452B-A15C-82CB1DFC3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6C07C97-88A9-4D98-848F-662DB353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444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E12149-45D7-42C8-A653-20EFB1BB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05F860-88C6-457F-85AD-217019209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0AEDBE-90FB-4C30-906F-4658EBE17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538AEA-4B33-4E67-8B71-8084530B3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72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732F29D-00D2-4431-80FC-234CDD7BA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BD49235-B6FF-49F1-9C0D-5AEED9AE6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DD80AD-D159-4523-9088-04A847673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41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0C416-056F-4909-B7B8-0D0084526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D4B75A-A3DD-4E24-A83D-36D70564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C143FB-C3C1-4CE2-8311-F0BAFA3A84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702CC-82A5-49A5-AAB5-2E37C79BC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2BC999-B2E7-4395-BBAB-BE26BC173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96779D-919F-49A0-BC3A-D4EA551A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809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8157A-46F0-46DA-B984-08F4C9D52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04EF59-AAD5-4AAB-A9CF-C6D836B86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44DD30-E4A3-4FC7-B03A-C5BFAD746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4A2684-078F-4DB8-9801-8A00D069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EB7945-BC62-4ECE-8446-C891EA918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BC1D1F-A9BC-4260-A2E0-E0C50B59C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031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D348BA-241C-4DE7-99D6-5706BB7B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95844-E198-4CC4-AE9D-8556B1CE7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24EE95-3B1C-4A38-AF84-8EE5CA566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771D2D-0D9E-4E55-B076-6FFF79EC7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B13991-5154-4568-869D-B1B0E2847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033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A6E1DA-E622-4D58-8CE1-2AA51A60B7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2441C7-29D9-43F0-A0CD-8932A0A7E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64A368-39BD-407C-B8FA-E7DCC805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46EC99-141C-4F55-A780-6DE04BBC5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A95C99-AA86-4B84-ABCB-6770FD34C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8229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9122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5525EE2-88E5-4037-A515-750E07D9C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5D4255-1582-4FA5-B9B9-B59DE8549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A7E36-3D81-49AA-B9B9-3ECDC178B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A7197-8235-4E7A-BCE4-33C09BF0AC50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4A4FB0-D075-4395-AD35-ADEB93002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6792CE-7935-4C32-84C8-9BE41F615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4ED3F-6F9F-447B-9ECD-4E87855B75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03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9" Type="http://schemas.openxmlformats.org/officeDocument/2006/relationships/image" Target="../media/image40.png"/><Relationship Id="rId21" Type="http://schemas.openxmlformats.org/officeDocument/2006/relationships/image" Target="../media/image22.png"/><Relationship Id="rId34" Type="http://schemas.openxmlformats.org/officeDocument/2006/relationships/image" Target="../media/image35.png"/><Relationship Id="rId42" Type="http://schemas.openxmlformats.org/officeDocument/2006/relationships/image" Target="../media/image43.png"/><Relationship Id="rId47" Type="http://schemas.openxmlformats.org/officeDocument/2006/relationships/image" Target="../media/image48.png"/><Relationship Id="rId50" Type="http://schemas.openxmlformats.org/officeDocument/2006/relationships/image" Target="../media/image51.png"/><Relationship Id="rId55" Type="http://schemas.openxmlformats.org/officeDocument/2006/relationships/image" Target="../media/image56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9" Type="http://schemas.openxmlformats.org/officeDocument/2006/relationships/image" Target="../media/image30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32" Type="http://schemas.openxmlformats.org/officeDocument/2006/relationships/image" Target="../media/image33.png"/><Relationship Id="rId37" Type="http://schemas.openxmlformats.org/officeDocument/2006/relationships/image" Target="../media/image38.png"/><Relationship Id="rId40" Type="http://schemas.openxmlformats.org/officeDocument/2006/relationships/image" Target="../media/image41.png"/><Relationship Id="rId45" Type="http://schemas.openxmlformats.org/officeDocument/2006/relationships/image" Target="../media/image46.png"/><Relationship Id="rId53" Type="http://schemas.openxmlformats.org/officeDocument/2006/relationships/image" Target="../media/image54.png"/><Relationship Id="rId58" Type="http://schemas.openxmlformats.org/officeDocument/2006/relationships/image" Target="../media/image59.png"/><Relationship Id="rId5" Type="http://schemas.openxmlformats.org/officeDocument/2006/relationships/image" Target="../media/image6.png"/><Relationship Id="rId61" Type="http://schemas.openxmlformats.org/officeDocument/2006/relationships/image" Target="../media/image62.png"/><Relationship Id="rId19" Type="http://schemas.openxmlformats.org/officeDocument/2006/relationships/image" Target="../media/image2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Relationship Id="rId27" Type="http://schemas.openxmlformats.org/officeDocument/2006/relationships/image" Target="../media/image28.png"/><Relationship Id="rId30" Type="http://schemas.openxmlformats.org/officeDocument/2006/relationships/image" Target="../media/image31.png"/><Relationship Id="rId35" Type="http://schemas.openxmlformats.org/officeDocument/2006/relationships/image" Target="../media/image36.png"/><Relationship Id="rId43" Type="http://schemas.openxmlformats.org/officeDocument/2006/relationships/image" Target="../media/image44.png"/><Relationship Id="rId48" Type="http://schemas.openxmlformats.org/officeDocument/2006/relationships/image" Target="../media/image49.png"/><Relationship Id="rId56" Type="http://schemas.openxmlformats.org/officeDocument/2006/relationships/image" Target="../media/image57.png"/><Relationship Id="rId8" Type="http://schemas.openxmlformats.org/officeDocument/2006/relationships/image" Target="../media/image9.png"/><Relationship Id="rId51" Type="http://schemas.openxmlformats.org/officeDocument/2006/relationships/image" Target="../media/image52.png"/><Relationship Id="rId3" Type="http://schemas.openxmlformats.org/officeDocument/2006/relationships/image" Target="../media/image4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33" Type="http://schemas.openxmlformats.org/officeDocument/2006/relationships/image" Target="../media/image34.png"/><Relationship Id="rId38" Type="http://schemas.openxmlformats.org/officeDocument/2006/relationships/image" Target="../media/image39.png"/><Relationship Id="rId46" Type="http://schemas.openxmlformats.org/officeDocument/2006/relationships/image" Target="../media/image47.png"/><Relationship Id="rId59" Type="http://schemas.openxmlformats.org/officeDocument/2006/relationships/image" Target="../media/image60.png"/><Relationship Id="rId20" Type="http://schemas.openxmlformats.org/officeDocument/2006/relationships/image" Target="../media/image21.png"/><Relationship Id="rId41" Type="http://schemas.openxmlformats.org/officeDocument/2006/relationships/image" Target="../media/image42.png"/><Relationship Id="rId54" Type="http://schemas.openxmlformats.org/officeDocument/2006/relationships/image" Target="../media/image55.png"/><Relationship Id="rId6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28" Type="http://schemas.openxmlformats.org/officeDocument/2006/relationships/image" Target="../media/image29.png"/><Relationship Id="rId36" Type="http://schemas.openxmlformats.org/officeDocument/2006/relationships/image" Target="../media/image37.png"/><Relationship Id="rId49" Type="http://schemas.openxmlformats.org/officeDocument/2006/relationships/image" Target="../media/image50.png"/><Relationship Id="rId57" Type="http://schemas.openxmlformats.org/officeDocument/2006/relationships/image" Target="../media/image58.png"/><Relationship Id="rId10" Type="http://schemas.openxmlformats.org/officeDocument/2006/relationships/image" Target="../media/image11.png"/><Relationship Id="rId31" Type="http://schemas.openxmlformats.org/officeDocument/2006/relationships/image" Target="../media/image32.png"/><Relationship Id="rId44" Type="http://schemas.openxmlformats.org/officeDocument/2006/relationships/image" Target="../media/image45.png"/><Relationship Id="rId52" Type="http://schemas.openxmlformats.org/officeDocument/2006/relationships/image" Target="../media/image53.png"/><Relationship Id="rId60" Type="http://schemas.openxmlformats.org/officeDocument/2006/relationships/image" Target="../media/image6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2.png"/><Relationship Id="rId47" Type="http://schemas.openxmlformats.org/officeDocument/2006/relationships/image" Target="../media/image48.png"/><Relationship Id="rId50" Type="http://schemas.openxmlformats.org/officeDocument/2006/relationships/image" Target="../media/image51.png"/><Relationship Id="rId55" Type="http://schemas.openxmlformats.org/officeDocument/2006/relationships/image" Target="../media/image57.png"/><Relationship Id="rId63" Type="http://schemas.openxmlformats.org/officeDocument/2006/relationships/image" Target="../media/image69.png"/><Relationship Id="rId7" Type="http://schemas.openxmlformats.org/officeDocument/2006/relationships/image" Target="../media/image6.png"/><Relationship Id="rId2" Type="http://schemas.openxmlformats.org/officeDocument/2006/relationships/image" Target="../media/image64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40.png"/><Relationship Id="rId45" Type="http://schemas.openxmlformats.org/officeDocument/2006/relationships/image" Target="../media/image45.png"/><Relationship Id="rId53" Type="http://schemas.openxmlformats.org/officeDocument/2006/relationships/image" Target="../media/image54.png"/><Relationship Id="rId58" Type="http://schemas.openxmlformats.org/officeDocument/2006/relationships/image" Target="../media/image62.png"/><Relationship Id="rId66" Type="http://schemas.openxmlformats.org/officeDocument/2006/relationships/image" Target="../media/image72.png"/><Relationship Id="rId5" Type="http://schemas.openxmlformats.org/officeDocument/2006/relationships/image" Target="../media/image4.png"/><Relationship Id="rId61" Type="http://schemas.openxmlformats.org/officeDocument/2006/relationships/image" Target="../media/image67.png"/><Relationship Id="rId19" Type="http://schemas.openxmlformats.org/officeDocument/2006/relationships/image" Target="../media/image1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3.png"/><Relationship Id="rId48" Type="http://schemas.openxmlformats.org/officeDocument/2006/relationships/image" Target="../media/image49.png"/><Relationship Id="rId56" Type="http://schemas.openxmlformats.org/officeDocument/2006/relationships/image" Target="../media/image58.png"/><Relationship Id="rId64" Type="http://schemas.openxmlformats.org/officeDocument/2006/relationships/image" Target="../media/image70.png"/><Relationship Id="rId8" Type="http://schemas.openxmlformats.org/officeDocument/2006/relationships/image" Target="../media/image7.png"/><Relationship Id="rId51" Type="http://schemas.openxmlformats.org/officeDocument/2006/relationships/image" Target="../media/image52.png"/><Relationship Id="rId3" Type="http://schemas.openxmlformats.org/officeDocument/2006/relationships/image" Target="../media/image65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6.png"/><Relationship Id="rId59" Type="http://schemas.openxmlformats.org/officeDocument/2006/relationships/image" Target="../media/image66.png"/><Relationship Id="rId20" Type="http://schemas.openxmlformats.org/officeDocument/2006/relationships/image" Target="../media/image19.png"/><Relationship Id="rId41" Type="http://schemas.openxmlformats.org/officeDocument/2006/relationships/image" Target="../media/image41.png"/><Relationship Id="rId54" Type="http://schemas.openxmlformats.org/officeDocument/2006/relationships/image" Target="../media/image56.png"/><Relationship Id="rId6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50.png"/><Relationship Id="rId57" Type="http://schemas.openxmlformats.org/officeDocument/2006/relationships/image" Target="../media/image59.png"/><Relationship Id="rId10" Type="http://schemas.openxmlformats.org/officeDocument/2006/relationships/image" Target="../media/image9.png"/><Relationship Id="rId31" Type="http://schemas.openxmlformats.org/officeDocument/2006/relationships/image" Target="../media/image30.png"/><Relationship Id="rId44" Type="http://schemas.openxmlformats.org/officeDocument/2006/relationships/image" Target="../media/image44.png"/><Relationship Id="rId52" Type="http://schemas.openxmlformats.org/officeDocument/2006/relationships/image" Target="../media/image53.png"/><Relationship Id="rId60" Type="http://schemas.openxmlformats.org/officeDocument/2006/relationships/image" Target="../media/image2.png"/><Relationship Id="rId65" Type="http://schemas.openxmlformats.org/officeDocument/2006/relationships/image" Target="../media/image71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7.png"/><Relationship Id="rId21" Type="http://schemas.openxmlformats.org/officeDocument/2006/relationships/image" Target="../media/image91.png"/><Relationship Id="rId324" Type="http://schemas.openxmlformats.org/officeDocument/2006/relationships/image" Target="../media/image362.png"/><Relationship Id="rId531" Type="http://schemas.openxmlformats.org/officeDocument/2006/relationships/image" Target="../media/image565.png"/><Relationship Id="rId170" Type="http://schemas.openxmlformats.org/officeDocument/2006/relationships/image" Target="../media/image218.png"/><Relationship Id="rId268" Type="http://schemas.openxmlformats.org/officeDocument/2006/relationships/image" Target="../media/image306.png"/><Relationship Id="rId475" Type="http://schemas.openxmlformats.org/officeDocument/2006/relationships/image" Target="../media/image509.png"/><Relationship Id="rId32" Type="http://schemas.openxmlformats.org/officeDocument/2006/relationships/image" Target="../media/image102.png"/><Relationship Id="rId128" Type="http://schemas.openxmlformats.org/officeDocument/2006/relationships/image" Target="../media/image9.png"/><Relationship Id="rId335" Type="http://schemas.openxmlformats.org/officeDocument/2006/relationships/image" Target="../media/image373.png"/><Relationship Id="rId542" Type="http://schemas.openxmlformats.org/officeDocument/2006/relationships/image" Target="../media/image576.png"/><Relationship Id="rId181" Type="http://schemas.openxmlformats.org/officeDocument/2006/relationships/image" Target="../media/image227.png"/><Relationship Id="rId402" Type="http://schemas.openxmlformats.org/officeDocument/2006/relationships/image" Target="../media/image436.png"/><Relationship Id="rId279" Type="http://schemas.openxmlformats.org/officeDocument/2006/relationships/image" Target="../media/image317.png"/><Relationship Id="rId486" Type="http://schemas.openxmlformats.org/officeDocument/2006/relationships/image" Target="../media/image520.png"/><Relationship Id="rId43" Type="http://schemas.openxmlformats.org/officeDocument/2006/relationships/image" Target="../media/image113.png"/><Relationship Id="rId139" Type="http://schemas.openxmlformats.org/officeDocument/2006/relationships/image" Target="../media/image20.png"/><Relationship Id="rId346" Type="http://schemas.openxmlformats.org/officeDocument/2006/relationships/image" Target="../media/image384.png"/><Relationship Id="rId553" Type="http://schemas.openxmlformats.org/officeDocument/2006/relationships/image" Target="../media/image587.png"/><Relationship Id="rId192" Type="http://schemas.openxmlformats.org/officeDocument/2006/relationships/image" Target="../media/image238.png"/><Relationship Id="rId206" Type="http://schemas.openxmlformats.org/officeDocument/2006/relationships/image" Target="../media/image251.png"/><Relationship Id="rId413" Type="http://schemas.openxmlformats.org/officeDocument/2006/relationships/image" Target="../media/image447.png"/><Relationship Id="rId497" Type="http://schemas.openxmlformats.org/officeDocument/2006/relationships/image" Target="../media/image531.png"/><Relationship Id="rId357" Type="http://schemas.openxmlformats.org/officeDocument/2006/relationships/image" Target="../media/image395.png"/><Relationship Id="rId54" Type="http://schemas.openxmlformats.org/officeDocument/2006/relationships/image" Target="../media/image124.png"/><Relationship Id="rId217" Type="http://schemas.openxmlformats.org/officeDocument/2006/relationships/image" Target="../media/image262.png"/><Relationship Id="rId564" Type="http://schemas.openxmlformats.org/officeDocument/2006/relationships/image" Target="../media/image598.png"/><Relationship Id="rId424" Type="http://schemas.openxmlformats.org/officeDocument/2006/relationships/image" Target="../media/image458.png"/><Relationship Id="rId270" Type="http://schemas.openxmlformats.org/officeDocument/2006/relationships/image" Target="../media/image308.png"/><Relationship Id="rId65" Type="http://schemas.openxmlformats.org/officeDocument/2006/relationships/image" Target="../media/image135.png"/><Relationship Id="rId130" Type="http://schemas.openxmlformats.org/officeDocument/2006/relationships/image" Target="../media/image11.png"/><Relationship Id="rId368" Type="http://schemas.openxmlformats.org/officeDocument/2006/relationships/image" Target="../media/image406.png"/><Relationship Id="rId172" Type="http://schemas.openxmlformats.org/officeDocument/2006/relationships/image" Target="../media/image220.png"/><Relationship Id="rId228" Type="http://schemas.openxmlformats.org/officeDocument/2006/relationships/image" Target="../media/image272.png"/><Relationship Id="rId435" Type="http://schemas.openxmlformats.org/officeDocument/2006/relationships/image" Target="../media/image469.png"/><Relationship Id="rId477" Type="http://schemas.openxmlformats.org/officeDocument/2006/relationships/image" Target="../media/image511.png"/><Relationship Id="rId281" Type="http://schemas.openxmlformats.org/officeDocument/2006/relationships/image" Target="../media/image319.png"/><Relationship Id="rId337" Type="http://schemas.openxmlformats.org/officeDocument/2006/relationships/image" Target="../media/image375.png"/><Relationship Id="rId502" Type="http://schemas.openxmlformats.org/officeDocument/2006/relationships/image" Target="../media/image536.png"/><Relationship Id="rId34" Type="http://schemas.openxmlformats.org/officeDocument/2006/relationships/image" Target="../media/image104.png"/><Relationship Id="rId76" Type="http://schemas.openxmlformats.org/officeDocument/2006/relationships/image" Target="../media/image146.png"/><Relationship Id="rId141" Type="http://schemas.openxmlformats.org/officeDocument/2006/relationships/image" Target="../media/image22.png"/><Relationship Id="rId379" Type="http://schemas.openxmlformats.org/officeDocument/2006/relationships/image" Target="../media/image417.png"/><Relationship Id="rId544" Type="http://schemas.openxmlformats.org/officeDocument/2006/relationships/image" Target="../media/image578.png"/><Relationship Id="rId7" Type="http://schemas.openxmlformats.org/officeDocument/2006/relationships/image" Target="../media/image77.png"/><Relationship Id="rId183" Type="http://schemas.openxmlformats.org/officeDocument/2006/relationships/image" Target="../media/image229.png"/><Relationship Id="rId239" Type="http://schemas.openxmlformats.org/officeDocument/2006/relationships/image" Target="../media/image281.png"/><Relationship Id="rId390" Type="http://schemas.openxmlformats.org/officeDocument/2006/relationships/image" Target="../media/image427.png"/><Relationship Id="rId404" Type="http://schemas.openxmlformats.org/officeDocument/2006/relationships/image" Target="../media/image438.png"/><Relationship Id="rId446" Type="http://schemas.openxmlformats.org/officeDocument/2006/relationships/image" Target="../media/image480.png"/><Relationship Id="rId250" Type="http://schemas.openxmlformats.org/officeDocument/2006/relationships/image" Target="../media/image289.png"/><Relationship Id="rId292" Type="http://schemas.openxmlformats.org/officeDocument/2006/relationships/image" Target="../media/image330.png"/><Relationship Id="rId306" Type="http://schemas.openxmlformats.org/officeDocument/2006/relationships/image" Target="../media/image344.png"/><Relationship Id="rId488" Type="http://schemas.openxmlformats.org/officeDocument/2006/relationships/image" Target="../media/image522.png"/><Relationship Id="rId45" Type="http://schemas.openxmlformats.org/officeDocument/2006/relationships/image" Target="../media/image115.png"/><Relationship Id="rId87" Type="http://schemas.openxmlformats.org/officeDocument/2006/relationships/image" Target="../media/image157.png"/><Relationship Id="rId110" Type="http://schemas.openxmlformats.org/officeDocument/2006/relationships/image" Target="../media/image180.png"/><Relationship Id="rId348" Type="http://schemas.openxmlformats.org/officeDocument/2006/relationships/image" Target="../media/image386.png"/><Relationship Id="rId513" Type="http://schemas.openxmlformats.org/officeDocument/2006/relationships/image" Target="../media/image547.png"/><Relationship Id="rId555" Type="http://schemas.openxmlformats.org/officeDocument/2006/relationships/image" Target="../media/image589.png"/><Relationship Id="rId152" Type="http://schemas.openxmlformats.org/officeDocument/2006/relationships/image" Target="../media/image200.png"/><Relationship Id="rId194" Type="http://schemas.openxmlformats.org/officeDocument/2006/relationships/image" Target="../media/image240.png"/><Relationship Id="rId208" Type="http://schemas.openxmlformats.org/officeDocument/2006/relationships/image" Target="../media/image253.png"/><Relationship Id="rId415" Type="http://schemas.openxmlformats.org/officeDocument/2006/relationships/image" Target="../media/image449.png"/><Relationship Id="rId457" Type="http://schemas.openxmlformats.org/officeDocument/2006/relationships/image" Target="../media/image491.png"/><Relationship Id="rId261" Type="http://schemas.openxmlformats.org/officeDocument/2006/relationships/image" Target="../media/image299.png"/><Relationship Id="rId499" Type="http://schemas.openxmlformats.org/officeDocument/2006/relationships/image" Target="../media/image533.png"/><Relationship Id="rId14" Type="http://schemas.openxmlformats.org/officeDocument/2006/relationships/image" Target="../media/image84.png"/><Relationship Id="rId56" Type="http://schemas.openxmlformats.org/officeDocument/2006/relationships/image" Target="../media/image126.png"/><Relationship Id="rId317" Type="http://schemas.openxmlformats.org/officeDocument/2006/relationships/image" Target="../media/image355.png"/><Relationship Id="rId359" Type="http://schemas.openxmlformats.org/officeDocument/2006/relationships/image" Target="../media/image397.png"/><Relationship Id="rId524" Type="http://schemas.openxmlformats.org/officeDocument/2006/relationships/image" Target="../media/image558.png"/><Relationship Id="rId566" Type="http://schemas.openxmlformats.org/officeDocument/2006/relationships/image" Target="../media/image600.png"/><Relationship Id="rId98" Type="http://schemas.openxmlformats.org/officeDocument/2006/relationships/image" Target="../media/image168.png"/><Relationship Id="rId121" Type="http://schemas.openxmlformats.org/officeDocument/2006/relationships/image" Target="../media/image191.png"/><Relationship Id="rId163" Type="http://schemas.openxmlformats.org/officeDocument/2006/relationships/image" Target="../media/image211.png"/><Relationship Id="rId219" Type="http://schemas.openxmlformats.org/officeDocument/2006/relationships/image" Target="../media/image264.png"/><Relationship Id="rId370" Type="http://schemas.openxmlformats.org/officeDocument/2006/relationships/image" Target="../media/image408.png"/><Relationship Id="rId426" Type="http://schemas.openxmlformats.org/officeDocument/2006/relationships/image" Target="../media/image460.png"/><Relationship Id="rId230" Type="http://schemas.openxmlformats.org/officeDocument/2006/relationships/image" Target="../media/image274.png"/><Relationship Id="rId468" Type="http://schemas.openxmlformats.org/officeDocument/2006/relationships/image" Target="../media/image502.png"/><Relationship Id="rId25" Type="http://schemas.openxmlformats.org/officeDocument/2006/relationships/image" Target="../media/image95.png"/><Relationship Id="rId67" Type="http://schemas.openxmlformats.org/officeDocument/2006/relationships/image" Target="../media/image137.png"/><Relationship Id="rId272" Type="http://schemas.openxmlformats.org/officeDocument/2006/relationships/image" Target="../media/image310.png"/><Relationship Id="rId328" Type="http://schemas.openxmlformats.org/officeDocument/2006/relationships/image" Target="../media/image366.png"/><Relationship Id="rId535" Type="http://schemas.openxmlformats.org/officeDocument/2006/relationships/image" Target="../media/image569.png"/><Relationship Id="rId132" Type="http://schemas.openxmlformats.org/officeDocument/2006/relationships/image" Target="../media/image13.png"/><Relationship Id="rId174" Type="http://schemas.openxmlformats.org/officeDocument/2006/relationships/image" Target="../media/image222.png"/><Relationship Id="rId381" Type="http://schemas.openxmlformats.org/officeDocument/2006/relationships/image" Target="../media/image419.png"/><Relationship Id="rId241" Type="http://schemas.openxmlformats.org/officeDocument/2006/relationships/image" Target="../media/image282.png"/><Relationship Id="rId437" Type="http://schemas.openxmlformats.org/officeDocument/2006/relationships/image" Target="../media/image471.png"/><Relationship Id="rId479" Type="http://schemas.openxmlformats.org/officeDocument/2006/relationships/image" Target="../media/image513.png"/><Relationship Id="rId36" Type="http://schemas.openxmlformats.org/officeDocument/2006/relationships/image" Target="../media/image106.png"/><Relationship Id="rId283" Type="http://schemas.openxmlformats.org/officeDocument/2006/relationships/image" Target="../media/image321.png"/><Relationship Id="rId339" Type="http://schemas.openxmlformats.org/officeDocument/2006/relationships/image" Target="../media/image377.png"/><Relationship Id="rId490" Type="http://schemas.openxmlformats.org/officeDocument/2006/relationships/image" Target="../media/image524.png"/><Relationship Id="rId504" Type="http://schemas.openxmlformats.org/officeDocument/2006/relationships/image" Target="../media/image538.png"/><Relationship Id="rId546" Type="http://schemas.openxmlformats.org/officeDocument/2006/relationships/image" Target="../media/image580.png"/><Relationship Id="rId78" Type="http://schemas.openxmlformats.org/officeDocument/2006/relationships/image" Target="../media/image148.png"/><Relationship Id="rId101" Type="http://schemas.openxmlformats.org/officeDocument/2006/relationships/image" Target="../media/image171.png"/><Relationship Id="rId143" Type="http://schemas.openxmlformats.org/officeDocument/2006/relationships/image" Target="../media/image24.png"/><Relationship Id="rId185" Type="http://schemas.openxmlformats.org/officeDocument/2006/relationships/image" Target="../media/image231.png"/><Relationship Id="rId350" Type="http://schemas.openxmlformats.org/officeDocument/2006/relationships/image" Target="../media/image388.png"/><Relationship Id="rId406" Type="http://schemas.openxmlformats.org/officeDocument/2006/relationships/image" Target="../media/image440.png"/><Relationship Id="rId9" Type="http://schemas.openxmlformats.org/officeDocument/2006/relationships/image" Target="../media/image79.png"/><Relationship Id="rId210" Type="http://schemas.openxmlformats.org/officeDocument/2006/relationships/image" Target="../media/image255.png"/><Relationship Id="rId392" Type="http://schemas.openxmlformats.org/officeDocument/2006/relationships/image" Target="../media/image36.png"/><Relationship Id="rId448" Type="http://schemas.openxmlformats.org/officeDocument/2006/relationships/image" Target="../media/image482.png"/><Relationship Id="rId252" Type="http://schemas.openxmlformats.org/officeDocument/2006/relationships/image" Target="../media/image290.png"/><Relationship Id="rId294" Type="http://schemas.openxmlformats.org/officeDocument/2006/relationships/image" Target="../media/image332.png"/><Relationship Id="rId308" Type="http://schemas.openxmlformats.org/officeDocument/2006/relationships/image" Target="../media/image346.png"/><Relationship Id="rId515" Type="http://schemas.openxmlformats.org/officeDocument/2006/relationships/image" Target="../media/image549.png"/><Relationship Id="rId47" Type="http://schemas.openxmlformats.org/officeDocument/2006/relationships/image" Target="../media/image117.png"/><Relationship Id="rId89" Type="http://schemas.openxmlformats.org/officeDocument/2006/relationships/image" Target="../media/image159.png"/><Relationship Id="rId112" Type="http://schemas.openxmlformats.org/officeDocument/2006/relationships/image" Target="../media/image182.png"/><Relationship Id="rId154" Type="http://schemas.openxmlformats.org/officeDocument/2006/relationships/image" Target="../media/image202.png"/><Relationship Id="rId361" Type="http://schemas.openxmlformats.org/officeDocument/2006/relationships/image" Target="../media/image399.png"/><Relationship Id="rId557" Type="http://schemas.openxmlformats.org/officeDocument/2006/relationships/image" Target="../media/image591.png"/><Relationship Id="rId196" Type="http://schemas.openxmlformats.org/officeDocument/2006/relationships/image" Target="../media/image242.png"/><Relationship Id="rId417" Type="http://schemas.openxmlformats.org/officeDocument/2006/relationships/image" Target="../media/image451.png"/><Relationship Id="rId459" Type="http://schemas.openxmlformats.org/officeDocument/2006/relationships/image" Target="../media/image493.png"/><Relationship Id="rId16" Type="http://schemas.openxmlformats.org/officeDocument/2006/relationships/image" Target="../media/image86.png"/><Relationship Id="rId221" Type="http://schemas.openxmlformats.org/officeDocument/2006/relationships/image" Target="../media/image266.png"/><Relationship Id="rId263" Type="http://schemas.openxmlformats.org/officeDocument/2006/relationships/image" Target="../media/image301.png"/><Relationship Id="rId319" Type="http://schemas.openxmlformats.org/officeDocument/2006/relationships/image" Target="../media/image357.png"/><Relationship Id="rId470" Type="http://schemas.openxmlformats.org/officeDocument/2006/relationships/image" Target="../media/image504.png"/><Relationship Id="rId526" Type="http://schemas.openxmlformats.org/officeDocument/2006/relationships/image" Target="../media/image560.png"/><Relationship Id="rId58" Type="http://schemas.openxmlformats.org/officeDocument/2006/relationships/image" Target="../media/image128.png"/><Relationship Id="rId123" Type="http://schemas.openxmlformats.org/officeDocument/2006/relationships/image" Target="../media/image4.png"/><Relationship Id="rId330" Type="http://schemas.openxmlformats.org/officeDocument/2006/relationships/image" Target="../media/image368.png"/><Relationship Id="rId568" Type="http://schemas.openxmlformats.org/officeDocument/2006/relationships/image" Target="../media/image602.png"/><Relationship Id="rId165" Type="http://schemas.openxmlformats.org/officeDocument/2006/relationships/image" Target="../media/image213.png"/><Relationship Id="rId372" Type="http://schemas.openxmlformats.org/officeDocument/2006/relationships/image" Target="../media/image410.png"/><Relationship Id="rId428" Type="http://schemas.openxmlformats.org/officeDocument/2006/relationships/image" Target="../media/image462.png"/><Relationship Id="rId232" Type="http://schemas.openxmlformats.org/officeDocument/2006/relationships/image" Target="../media/image276.png"/><Relationship Id="rId274" Type="http://schemas.openxmlformats.org/officeDocument/2006/relationships/image" Target="../media/image312.png"/><Relationship Id="rId481" Type="http://schemas.openxmlformats.org/officeDocument/2006/relationships/image" Target="../media/image515.png"/><Relationship Id="rId27" Type="http://schemas.openxmlformats.org/officeDocument/2006/relationships/image" Target="../media/image97.png"/><Relationship Id="rId69" Type="http://schemas.openxmlformats.org/officeDocument/2006/relationships/image" Target="../media/image139.png"/><Relationship Id="rId134" Type="http://schemas.openxmlformats.org/officeDocument/2006/relationships/image" Target="../media/image15.png"/><Relationship Id="rId537" Type="http://schemas.openxmlformats.org/officeDocument/2006/relationships/image" Target="../media/image571.png"/><Relationship Id="rId80" Type="http://schemas.openxmlformats.org/officeDocument/2006/relationships/image" Target="../media/image150.png"/><Relationship Id="rId176" Type="http://schemas.openxmlformats.org/officeDocument/2006/relationships/image" Target="../media/image223.png"/><Relationship Id="rId341" Type="http://schemas.openxmlformats.org/officeDocument/2006/relationships/image" Target="../media/image379.png"/><Relationship Id="rId383" Type="http://schemas.openxmlformats.org/officeDocument/2006/relationships/image" Target="../media/image421.png"/><Relationship Id="rId439" Type="http://schemas.openxmlformats.org/officeDocument/2006/relationships/image" Target="../media/image473.png"/><Relationship Id="rId201" Type="http://schemas.openxmlformats.org/officeDocument/2006/relationships/image" Target="../media/image27.png"/><Relationship Id="rId243" Type="http://schemas.openxmlformats.org/officeDocument/2006/relationships/image" Target="../media/image283.png"/><Relationship Id="rId285" Type="http://schemas.openxmlformats.org/officeDocument/2006/relationships/image" Target="../media/image323.png"/><Relationship Id="rId450" Type="http://schemas.openxmlformats.org/officeDocument/2006/relationships/image" Target="../media/image484.png"/><Relationship Id="rId506" Type="http://schemas.openxmlformats.org/officeDocument/2006/relationships/image" Target="../media/image540.png"/><Relationship Id="rId38" Type="http://schemas.openxmlformats.org/officeDocument/2006/relationships/image" Target="../media/image108.png"/><Relationship Id="rId103" Type="http://schemas.openxmlformats.org/officeDocument/2006/relationships/image" Target="../media/image173.png"/><Relationship Id="rId310" Type="http://schemas.openxmlformats.org/officeDocument/2006/relationships/image" Target="../media/image348.png"/><Relationship Id="rId492" Type="http://schemas.openxmlformats.org/officeDocument/2006/relationships/image" Target="../media/image526.png"/><Relationship Id="rId548" Type="http://schemas.openxmlformats.org/officeDocument/2006/relationships/image" Target="../media/image582.png"/><Relationship Id="rId91" Type="http://schemas.openxmlformats.org/officeDocument/2006/relationships/image" Target="../media/image161.png"/><Relationship Id="rId145" Type="http://schemas.openxmlformats.org/officeDocument/2006/relationships/image" Target="../media/image193.png"/><Relationship Id="rId187" Type="http://schemas.openxmlformats.org/officeDocument/2006/relationships/image" Target="../media/image233.png"/><Relationship Id="rId352" Type="http://schemas.openxmlformats.org/officeDocument/2006/relationships/image" Target="../media/image390.png"/><Relationship Id="rId394" Type="http://schemas.openxmlformats.org/officeDocument/2006/relationships/image" Target="../media/image38.png"/><Relationship Id="rId408" Type="http://schemas.openxmlformats.org/officeDocument/2006/relationships/image" Target="../media/image442.png"/><Relationship Id="rId212" Type="http://schemas.openxmlformats.org/officeDocument/2006/relationships/image" Target="../media/image257.png"/><Relationship Id="rId254" Type="http://schemas.openxmlformats.org/officeDocument/2006/relationships/image" Target="../media/image292.png"/><Relationship Id="rId49" Type="http://schemas.openxmlformats.org/officeDocument/2006/relationships/image" Target="../media/image119.png"/><Relationship Id="rId114" Type="http://schemas.openxmlformats.org/officeDocument/2006/relationships/image" Target="../media/image184.png"/><Relationship Id="rId296" Type="http://schemas.openxmlformats.org/officeDocument/2006/relationships/image" Target="../media/image334.png"/><Relationship Id="rId461" Type="http://schemas.openxmlformats.org/officeDocument/2006/relationships/image" Target="../media/image495.png"/><Relationship Id="rId517" Type="http://schemas.openxmlformats.org/officeDocument/2006/relationships/image" Target="../media/image551.png"/><Relationship Id="rId559" Type="http://schemas.openxmlformats.org/officeDocument/2006/relationships/image" Target="../media/image593.png"/><Relationship Id="rId60" Type="http://schemas.openxmlformats.org/officeDocument/2006/relationships/image" Target="../media/image130.png"/><Relationship Id="rId156" Type="http://schemas.openxmlformats.org/officeDocument/2006/relationships/image" Target="../media/image204.png"/><Relationship Id="rId198" Type="http://schemas.openxmlformats.org/officeDocument/2006/relationships/image" Target="../media/image244.png"/><Relationship Id="rId321" Type="http://schemas.openxmlformats.org/officeDocument/2006/relationships/image" Target="../media/image359.png"/><Relationship Id="rId363" Type="http://schemas.openxmlformats.org/officeDocument/2006/relationships/image" Target="../media/image401.png"/><Relationship Id="rId419" Type="http://schemas.openxmlformats.org/officeDocument/2006/relationships/image" Target="../media/image453.png"/><Relationship Id="rId570" Type="http://schemas.openxmlformats.org/officeDocument/2006/relationships/image" Target="../media/image604.png"/><Relationship Id="rId223" Type="http://schemas.openxmlformats.org/officeDocument/2006/relationships/image" Target="../media/image268.png"/><Relationship Id="rId430" Type="http://schemas.openxmlformats.org/officeDocument/2006/relationships/image" Target="../media/image464.png"/><Relationship Id="rId18" Type="http://schemas.openxmlformats.org/officeDocument/2006/relationships/image" Target="../media/image88.png"/><Relationship Id="rId265" Type="http://schemas.openxmlformats.org/officeDocument/2006/relationships/image" Target="../media/image303.png"/><Relationship Id="rId472" Type="http://schemas.openxmlformats.org/officeDocument/2006/relationships/image" Target="../media/image506.png"/><Relationship Id="rId528" Type="http://schemas.openxmlformats.org/officeDocument/2006/relationships/image" Target="../media/image562.png"/><Relationship Id="rId125" Type="http://schemas.openxmlformats.org/officeDocument/2006/relationships/image" Target="../media/image6.png"/><Relationship Id="rId167" Type="http://schemas.openxmlformats.org/officeDocument/2006/relationships/image" Target="../media/image215.png"/><Relationship Id="rId332" Type="http://schemas.openxmlformats.org/officeDocument/2006/relationships/image" Target="../media/image370.png"/><Relationship Id="rId374" Type="http://schemas.openxmlformats.org/officeDocument/2006/relationships/image" Target="../media/image412.png"/><Relationship Id="rId71" Type="http://schemas.openxmlformats.org/officeDocument/2006/relationships/image" Target="../media/image141.png"/><Relationship Id="rId234" Type="http://schemas.openxmlformats.org/officeDocument/2006/relationships/image" Target="../media/image278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99.png"/><Relationship Id="rId276" Type="http://schemas.openxmlformats.org/officeDocument/2006/relationships/image" Target="../media/image314.png"/><Relationship Id="rId441" Type="http://schemas.openxmlformats.org/officeDocument/2006/relationships/image" Target="../media/image475.png"/><Relationship Id="rId483" Type="http://schemas.openxmlformats.org/officeDocument/2006/relationships/image" Target="../media/image517.png"/><Relationship Id="rId539" Type="http://schemas.openxmlformats.org/officeDocument/2006/relationships/image" Target="../media/image573.png"/><Relationship Id="rId40" Type="http://schemas.openxmlformats.org/officeDocument/2006/relationships/image" Target="../media/image110.png"/><Relationship Id="rId136" Type="http://schemas.openxmlformats.org/officeDocument/2006/relationships/image" Target="../media/image17.png"/><Relationship Id="rId178" Type="http://schemas.openxmlformats.org/officeDocument/2006/relationships/image" Target="../media/image225.png"/><Relationship Id="rId301" Type="http://schemas.openxmlformats.org/officeDocument/2006/relationships/image" Target="../media/image339.png"/><Relationship Id="rId343" Type="http://schemas.openxmlformats.org/officeDocument/2006/relationships/image" Target="../media/image381.png"/><Relationship Id="rId550" Type="http://schemas.openxmlformats.org/officeDocument/2006/relationships/image" Target="../media/image584.png"/><Relationship Id="rId82" Type="http://schemas.openxmlformats.org/officeDocument/2006/relationships/image" Target="../media/image152.png"/><Relationship Id="rId203" Type="http://schemas.openxmlformats.org/officeDocument/2006/relationships/image" Target="../media/image248.png"/><Relationship Id="rId385" Type="http://schemas.openxmlformats.org/officeDocument/2006/relationships/image" Target="../media/image422.png"/><Relationship Id="rId245" Type="http://schemas.openxmlformats.org/officeDocument/2006/relationships/image" Target="../media/image285.png"/><Relationship Id="rId287" Type="http://schemas.openxmlformats.org/officeDocument/2006/relationships/image" Target="../media/image325.png"/><Relationship Id="rId410" Type="http://schemas.openxmlformats.org/officeDocument/2006/relationships/image" Target="../media/image444.png"/><Relationship Id="rId452" Type="http://schemas.openxmlformats.org/officeDocument/2006/relationships/image" Target="../media/image486.png"/><Relationship Id="rId494" Type="http://schemas.openxmlformats.org/officeDocument/2006/relationships/image" Target="../media/image528.png"/><Relationship Id="rId508" Type="http://schemas.openxmlformats.org/officeDocument/2006/relationships/image" Target="../media/image542.png"/><Relationship Id="rId105" Type="http://schemas.openxmlformats.org/officeDocument/2006/relationships/image" Target="../media/image175.png"/><Relationship Id="rId147" Type="http://schemas.openxmlformats.org/officeDocument/2006/relationships/image" Target="../media/image195.png"/><Relationship Id="rId312" Type="http://schemas.openxmlformats.org/officeDocument/2006/relationships/image" Target="../media/image350.png"/><Relationship Id="rId354" Type="http://schemas.openxmlformats.org/officeDocument/2006/relationships/image" Target="../media/image392.png"/><Relationship Id="rId51" Type="http://schemas.openxmlformats.org/officeDocument/2006/relationships/image" Target="../media/image121.png"/><Relationship Id="rId93" Type="http://schemas.openxmlformats.org/officeDocument/2006/relationships/image" Target="../media/image163.png"/><Relationship Id="rId189" Type="http://schemas.openxmlformats.org/officeDocument/2006/relationships/image" Target="../media/image235.png"/><Relationship Id="rId396" Type="http://schemas.openxmlformats.org/officeDocument/2006/relationships/image" Target="../media/image430.png"/><Relationship Id="rId561" Type="http://schemas.openxmlformats.org/officeDocument/2006/relationships/image" Target="../media/image595.png"/><Relationship Id="rId214" Type="http://schemas.openxmlformats.org/officeDocument/2006/relationships/image" Target="../media/image259.png"/><Relationship Id="rId256" Type="http://schemas.openxmlformats.org/officeDocument/2006/relationships/image" Target="../media/image294.png"/><Relationship Id="rId298" Type="http://schemas.openxmlformats.org/officeDocument/2006/relationships/image" Target="../media/image336.png"/><Relationship Id="rId421" Type="http://schemas.openxmlformats.org/officeDocument/2006/relationships/image" Target="../media/image455.png"/><Relationship Id="rId463" Type="http://schemas.openxmlformats.org/officeDocument/2006/relationships/image" Target="../media/image497.png"/><Relationship Id="rId519" Type="http://schemas.openxmlformats.org/officeDocument/2006/relationships/image" Target="../media/image553.png"/><Relationship Id="rId116" Type="http://schemas.openxmlformats.org/officeDocument/2006/relationships/image" Target="../media/image186.png"/><Relationship Id="rId158" Type="http://schemas.openxmlformats.org/officeDocument/2006/relationships/image" Target="../media/image206.png"/><Relationship Id="rId323" Type="http://schemas.openxmlformats.org/officeDocument/2006/relationships/image" Target="../media/image361.png"/><Relationship Id="rId530" Type="http://schemas.openxmlformats.org/officeDocument/2006/relationships/image" Target="../media/image564.png"/><Relationship Id="rId20" Type="http://schemas.openxmlformats.org/officeDocument/2006/relationships/image" Target="../media/image90.png"/><Relationship Id="rId62" Type="http://schemas.openxmlformats.org/officeDocument/2006/relationships/image" Target="../media/image132.png"/><Relationship Id="rId365" Type="http://schemas.openxmlformats.org/officeDocument/2006/relationships/image" Target="../media/image403.png"/><Relationship Id="rId572" Type="http://schemas.openxmlformats.org/officeDocument/2006/relationships/image" Target="../media/image606.png"/><Relationship Id="rId225" Type="http://schemas.openxmlformats.org/officeDocument/2006/relationships/image" Target="../media/image270.png"/><Relationship Id="rId267" Type="http://schemas.openxmlformats.org/officeDocument/2006/relationships/image" Target="../media/image305.png"/><Relationship Id="rId432" Type="http://schemas.openxmlformats.org/officeDocument/2006/relationships/image" Target="../media/image466.png"/><Relationship Id="rId474" Type="http://schemas.openxmlformats.org/officeDocument/2006/relationships/image" Target="../media/image508.png"/><Relationship Id="rId127" Type="http://schemas.openxmlformats.org/officeDocument/2006/relationships/image" Target="../media/image8.png"/><Relationship Id="rId31" Type="http://schemas.openxmlformats.org/officeDocument/2006/relationships/image" Target="../media/image101.png"/><Relationship Id="rId73" Type="http://schemas.openxmlformats.org/officeDocument/2006/relationships/image" Target="../media/image143.png"/><Relationship Id="rId169" Type="http://schemas.openxmlformats.org/officeDocument/2006/relationships/image" Target="../media/image217.png"/><Relationship Id="rId334" Type="http://schemas.openxmlformats.org/officeDocument/2006/relationships/image" Target="../media/image372.png"/><Relationship Id="rId376" Type="http://schemas.openxmlformats.org/officeDocument/2006/relationships/image" Target="../media/image414.png"/><Relationship Id="rId541" Type="http://schemas.openxmlformats.org/officeDocument/2006/relationships/image" Target="../media/image575.png"/><Relationship Id="rId4" Type="http://schemas.openxmlformats.org/officeDocument/2006/relationships/image" Target="../media/image74.png"/><Relationship Id="rId180" Type="http://schemas.openxmlformats.org/officeDocument/2006/relationships/image" Target="../media/image226.png"/><Relationship Id="rId236" Type="http://schemas.openxmlformats.org/officeDocument/2006/relationships/image" Target="../media/image280.png"/><Relationship Id="rId278" Type="http://schemas.openxmlformats.org/officeDocument/2006/relationships/image" Target="../media/image316.png"/><Relationship Id="rId401" Type="http://schemas.openxmlformats.org/officeDocument/2006/relationships/image" Target="../media/image435.png"/><Relationship Id="rId443" Type="http://schemas.openxmlformats.org/officeDocument/2006/relationships/image" Target="../media/image477.png"/><Relationship Id="rId303" Type="http://schemas.openxmlformats.org/officeDocument/2006/relationships/image" Target="../media/image341.png"/><Relationship Id="rId485" Type="http://schemas.openxmlformats.org/officeDocument/2006/relationships/image" Target="../media/image519.png"/><Relationship Id="rId42" Type="http://schemas.openxmlformats.org/officeDocument/2006/relationships/image" Target="../media/image112.png"/><Relationship Id="rId84" Type="http://schemas.openxmlformats.org/officeDocument/2006/relationships/image" Target="../media/image154.png"/><Relationship Id="rId138" Type="http://schemas.openxmlformats.org/officeDocument/2006/relationships/image" Target="../media/image19.png"/><Relationship Id="rId345" Type="http://schemas.openxmlformats.org/officeDocument/2006/relationships/image" Target="../media/image383.png"/><Relationship Id="rId387" Type="http://schemas.openxmlformats.org/officeDocument/2006/relationships/image" Target="../media/image424.png"/><Relationship Id="rId510" Type="http://schemas.openxmlformats.org/officeDocument/2006/relationships/image" Target="../media/image544.png"/><Relationship Id="rId552" Type="http://schemas.openxmlformats.org/officeDocument/2006/relationships/image" Target="../media/image586.png"/><Relationship Id="rId191" Type="http://schemas.openxmlformats.org/officeDocument/2006/relationships/image" Target="../media/image237.png"/><Relationship Id="rId205" Type="http://schemas.openxmlformats.org/officeDocument/2006/relationships/image" Target="../media/image250.png"/><Relationship Id="rId247" Type="http://schemas.openxmlformats.org/officeDocument/2006/relationships/image" Target="../media/image287.png"/><Relationship Id="rId412" Type="http://schemas.openxmlformats.org/officeDocument/2006/relationships/image" Target="../media/image446.png"/><Relationship Id="rId107" Type="http://schemas.openxmlformats.org/officeDocument/2006/relationships/image" Target="../media/image177.png"/><Relationship Id="rId289" Type="http://schemas.openxmlformats.org/officeDocument/2006/relationships/image" Target="../media/image327.png"/><Relationship Id="rId454" Type="http://schemas.openxmlformats.org/officeDocument/2006/relationships/image" Target="../media/image488.png"/><Relationship Id="rId496" Type="http://schemas.openxmlformats.org/officeDocument/2006/relationships/image" Target="../media/image530.png"/><Relationship Id="rId11" Type="http://schemas.openxmlformats.org/officeDocument/2006/relationships/image" Target="../media/image81.png"/><Relationship Id="rId53" Type="http://schemas.openxmlformats.org/officeDocument/2006/relationships/image" Target="../media/image123.png"/><Relationship Id="rId149" Type="http://schemas.openxmlformats.org/officeDocument/2006/relationships/image" Target="../media/image197.png"/><Relationship Id="rId314" Type="http://schemas.openxmlformats.org/officeDocument/2006/relationships/image" Target="../media/image352.png"/><Relationship Id="rId356" Type="http://schemas.openxmlformats.org/officeDocument/2006/relationships/image" Target="../media/image394.png"/><Relationship Id="rId398" Type="http://schemas.openxmlformats.org/officeDocument/2006/relationships/image" Target="../media/image432.png"/><Relationship Id="rId521" Type="http://schemas.openxmlformats.org/officeDocument/2006/relationships/image" Target="../media/image555.png"/><Relationship Id="rId563" Type="http://schemas.openxmlformats.org/officeDocument/2006/relationships/image" Target="../media/image597.png"/><Relationship Id="rId95" Type="http://schemas.openxmlformats.org/officeDocument/2006/relationships/image" Target="../media/image165.png"/><Relationship Id="rId160" Type="http://schemas.openxmlformats.org/officeDocument/2006/relationships/image" Target="../media/image208.png"/><Relationship Id="rId216" Type="http://schemas.openxmlformats.org/officeDocument/2006/relationships/image" Target="../media/image261.png"/><Relationship Id="rId423" Type="http://schemas.openxmlformats.org/officeDocument/2006/relationships/image" Target="../media/image457.png"/><Relationship Id="rId258" Type="http://schemas.openxmlformats.org/officeDocument/2006/relationships/image" Target="../media/image296.png"/><Relationship Id="rId465" Type="http://schemas.openxmlformats.org/officeDocument/2006/relationships/image" Target="../media/image499.png"/><Relationship Id="rId22" Type="http://schemas.openxmlformats.org/officeDocument/2006/relationships/image" Target="../media/image92.png"/><Relationship Id="rId64" Type="http://schemas.openxmlformats.org/officeDocument/2006/relationships/image" Target="../media/image134.png"/><Relationship Id="rId118" Type="http://schemas.openxmlformats.org/officeDocument/2006/relationships/image" Target="../media/image188.png"/><Relationship Id="rId325" Type="http://schemas.openxmlformats.org/officeDocument/2006/relationships/image" Target="../media/image363.png"/><Relationship Id="rId367" Type="http://schemas.openxmlformats.org/officeDocument/2006/relationships/image" Target="../media/image405.png"/><Relationship Id="rId532" Type="http://schemas.openxmlformats.org/officeDocument/2006/relationships/image" Target="../media/image566.png"/><Relationship Id="rId171" Type="http://schemas.openxmlformats.org/officeDocument/2006/relationships/image" Target="../media/image219.png"/><Relationship Id="rId227" Type="http://schemas.openxmlformats.org/officeDocument/2006/relationships/image" Target="../media/image28.png"/><Relationship Id="rId269" Type="http://schemas.openxmlformats.org/officeDocument/2006/relationships/image" Target="../media/image307.png"/><Relationship Id="rId434" Type="http://schemas.openxmlformats.org/officeDocument/2006/relationships/image" Target="../media/image468.png"/><Relationship Id="rId476" Type="http://schemas.openxmlformats.org/officeDocument/2006/relationships/image" Target="../media/image510.png"/><Relationship Id="rId33" Type="http://schemas.openxmlformats.org/officeDocument/2006/relationships/image" Target="../media/image103.png"/><Relationship Id="rId129" Type="http://schemas.openxmlformats.org/officeDocument/2006/relationships/image" Target="../media/image10.png"/><Relationship Id="rId280" Type="http://schemas.openxmlformats.org/officeDocument/2006/relationships/image" Target="../media/image318.png"/><Relationship Id="rId336" Type="http://schemas.openxmlformats.org/officeDocument/2006/relationships/image" Target="../media/image374.png"/><Relationship Id="rId501" Type="http://schemas.openxmlformats.org/officeDocument/2006/relationships/image" Target="../media/image535.png"/><Relationship Id="rId543" Type="http://schemas.openxmlformats.org/officeDocument/2006/relationships/image" Target="../media/image577.png"/><Relationship Id="rId75" Type="http://schemas.openxmlformats.org/officeDocument/2006/relationships/image" Target="../media/image145.png"/><Relationship Id="rId140" Type="http://schemas.openxmlformats.org/officeDocument/2006/relationships/image" Target="../media/image21.png"/><Relationship Id="rId182" Type="http://schemas.openxmlformats.org/officeDocument/2006/relationships/image" Target="../media/image228.png"/><Relationship Id="rId378" Type="http://schemas.openxmlformats.org/officeDocument/2006/relationships/image" Target="../media/image416.png"/><Relationship Id="rId403" Type="http://schemas.openxmlformats.org/officeDocument/2006/relationships/image" Target="../media/image437.png"/><Relationship Id="rId6" Type="http://schemas.openxmlformats.org/officeDocument/2006/relationships/image" Target="../media/image76.png"/><Relationship Id="rId238" Type="http://schemas.openxmlformats.org/officeDocument/2006/relationships/image" Target="../media/image30.png"/><Relationship Id="rId445" Type="http://schemas.openxmlformats.org/officeDocument/2006/relationships/image" Target="../media/image479.png"/><Relationship Id="rId487" Type="http://schemas.openxmlformats.org/officeDocument/2006/relationships/image" Target="../media/image521.png"/><Relationship Id="rId291" Type="http://schemas.openxmlformats.org/officeDocument/2006/relationships/image" Target="../media/image329.png"/><Relationship Id="rId305" Type="http://schemas.openxmlformats.org/officeDocument/2006/relationships/image" Target="../media/image343.png"/><Relationship Id="rId347" Type="http://schemas.openxmlformats.org/officeDocument/2006/relationships/image" Target="../media/image385.png"/><Relationship Id="rId512" Type="http://schemas.openxmlformats.org/officeDocument/2006/relationships/image" Target="../media/image546.png"/><Relationship Id="rId44" Type="http://schemas.openxmlformats.org/officeDocument/2006/relationships/image" Target="../media/image114.png"/><Relationship Id="rId86" Type="http://schemas.openxmlformats.org/officeDocument/2006/relationships/image" Target="../media/image156.png"/><Relationship Id="rId151" Type="http://schemas.openxmlformats.org/officeDocument/2006/relationships/image" Target="../media/image199.png"/><Relationship Id="rId389" Type="http://schemas.openxmlformats.org/officeDocument/2006/relationships/image" Target="../media/image426.png"/><Relationship Id="rId554" Type="http://schemas.openxmlformats.org/officeDocument/2006/relationships/image" Target="../media/image588.png"/><Relationship Id="rId193" Type="http://schemas.openxmlformats.org/officeDocument/2006/relationships/image" Target="../media/image239.png"/><Relationship Id="rId207" Type="http://schemas.openxmlformats.org/officeDocument/2006/relationships/image" Target="../media/image252.png"/><Relationship Id="rId249" Type="http://schemas.openxmlformats.org/officeDocument/2006/relationships/image" Target="../media/image33.png"/><Relationship Id="rId414" Type="http://schemas.openxmlformats.org/officeDocument/2006/relationships/image" Target="../media/image448.png"/><Relationship Id="rId456" Type="http://schemas.openxmlformats.org/officeDocument/2006/relationships/image" Target="../media/image490.png"/><Relationship Id="rId498" Type="http://schemas.openxmlformats.org/officeDocument/2006/relationships/image" Target="../media/image532.png"/><Relationship Id="rId13" Type="http://schemas.openxmlformats.org/officeDocument/2006/relationships/image" Target="../media/image83.png"/><Relationship Id="rId109" Type="http://schemas.openxmlformats.org/officeDocument/2006/relationships/image" Target="../media/image179.png"/><Relationship Id="rId260" Type="http://schemas.openxmlformats.org/officeDocument/2006/relationships/image" Target="../media/image298.png"/><Relationship Id="rId316" Type="http://schemas.openxmlformats.org/officeDocument/2006/relationships/image" Target="../media/image354.png"/><Relationship Id="rId523" Type="http://schemas.openxmlformats.org/officeDocument/2006/relationships/image" Target="../media/image557.png"/><Relationship Id="rId55" Type="http://schemas.openxmlformats.org/officeDocument/2006/relationships/image" Target="../media/image125.png"/><Relationship Id="rId97" Type="http://schemas.openxmlformats.org/officeDocument/2006/relationships/image" Target="../media/image167.png"/><Relationship Id="rId120" Type="http://schemas.openxmlformats.org/officeDocument/2006/relationships/image" Target="../media/image190.png"/><Relationship Id="rId358" Type="http://schemas.openxmlformats.org/officeDocument/2006/relationships/image" Target="../media/image396.png"/><Relationship Id="rId565" Type="http://schemas.openxmlformats.org/officeDocument/2006/relationships/image" Target="../media/image599.png"/><Relationship Id="rId162" Type="http://schemas.openxmlformats.org/officeDocument/2006/relationships/image" Target="../media/image210.png"/><Relationship Id="rId218" Type="http://schemas.openxmlformats.org/officeDocument/2006/relationships/image" Target="../media/image263.png"/><Relationship Id="rId425" Type="http://schemas.openxmlformats.org/officeDocument/2006/relationships/image" Target="../media/image459.png"/><Relationship Id="rId467" Type="http://schemas.openxmlformats.org/officeDocument/2006/relationships/image" Target="../media/image501.png"/><Relationship Id="rId271" Type="http://schemas.openxmlformats.org/officeDocument/2006/relationships/image" Target="../media/image309.png"/><Relationship Id="rId24" Type="http://schemas.openxmlformats.org/officeDocument/2006/relationships/image" Target="../media/image94.png"/><Relationship Id="rId66" Type="http://schemas.openxmlformats.org/officeDocument/2006/relationships/image" Target="../media/image136.png"/><Relationship Id="rId131" Type="http://schemas.openxmlformats.org/officeDocument/2006/relationships/image" Target="../media/image12.png"/><Relationship Id="rId327" Type="http://schemas.openxmlformats.org/officeDocument/2006/relationships/image" Target="../media/image365.png"/><Relationship Id="rId369" Type="http://schemas.openxmlformats.org/officeDocument/2006/relationships/image" Target="../media/image407.png"/><Relationship Id="rId534" Type="http://schemas.openxmlformats.org/officeDocument/2006/relationships/image" Target="../media/image568.png"/><Relationship Id="rId173" Type="http://schemas.openxmlformats.org/officeDocument/2006/relationships/image" Target="../media/image221.png"/><Relationship Id="rId229" Type="http://schemas.openxmlformats.org/officeDocument/2006/relationships/image" Target="../media/image273.png"/><Relationship Id="rId380" Type="http://schemas.openxmlformats.org/officeDocument/2006/relationships/image" Target="../media/image418.png"/><Relationship Id="rId436" Type="http://schemas.openxmlformats.org/officeDocument/2006/relationships/image" Target="../media/image470.png"/><Relationship Id="rId240" Type="http://schemas.openxmlformats.org/officeDocument/2006/relationships/image" Target="../media/image31.png"/><Relationship Id="rId478" Type="http://schemas.openxmlformats.org/officeDocument/2006/relationships/image" Target="../media/image512.png"/><Relationship Id="rId35" Type="http://schemas.openxmlformats.org/officeDocument/2006/relationships/image" Target="../media/image105.png"/><Relationship Id="rId77" Type="http://schemas.openxmlformats.org/officeDocument/2006/relationships/image" Target="../media/image147.png"/><Relationship Id="rId100" Type="http://schemas.openxmlformats.org/officeDocument/2006/relationships/image" Target="../media/image170.png"/><Relationship Id="rId282" Type="http://schemas.openxmlformats.org/officeDocument/2006/relationships/image" Target="../media/image320.png"/><Relationship Id="rId338" Type="http://schemas.openxmlformats.org/officeDocument/2006/relationships/image" Target="../media/image376.png"/><Relationship Id="rId503" Type="http://schemas.openxmlformats.org/officeDocument/2006/relationships/image" Target="../media/image537.png"/><Relationship Id="rId545" Type="http://schemas.openxmlformats.org/officeDocument/2006/relationships/image" Target="../media/image579.png"/><Relationship Id="rId8" Type="http://schemas.openxmlformats.org/officeDocument/2006/relationships/image" Target="../media/image78.png"/><Relationship Id="rId142" Type="http://schemas.openxmlformats.org/officeDocument/2006/relationships/image" Target="../media/image23.png"/><Relationship Id="rId184" Type="http://schemas.openxmlformats.org/officeDocument/2006/relationships/image" Target="../media/image230.png"/><Relationship Id="rId391" Type="http://schemas.openxmlformats.org/officeDocument/2006/relationships/image" Target="../media/image428.png"/><Relationship Id="rId405" Type="http://schemas.openxmlformats.org/officeDocument/2006/relationships/image" Target="../media/image439.png"/><Relationship Id="rId447" Type="http://schemas.openxmlformats.org/officeDocument/2006/relationships/image" Target="../media/image481.png"/><Relationship Id="rId251" Type="http://schemas.openxmlformats.org/officeDocument/2006/relationships/image" Target="../media/image34.png"/><Relationship Id="rId489" Type="http://schemas.openxmlformats.org/officeDocument/2006/relationships/image" Target="../media/image523.png"/><Relationship Id="rId46" Type="http://schemas.openxmlformats.org/officeDocument/2006/relationships/image" Target="../media/image116.png"/><Relationship Id="rId293" Type="http://schemas.openxmlformats.org/officeDocument/2006/relationships/image" Target="../media/image331.png"/><Relationship Id="rId307" Type="http://schemas.openxmlformats.org/officeDocument/2006/relationships/image" Target="../media/image345.png"/><Relationship Id="rId349" Type="http://schemas.openxmlformats.org/officeDocument/2006/relationships/image" Target="../media/image387.png"/><Relationship Id="rId514" Type="http://schemas.openxmlformats.org/officeDocument/2006/relationships/image" Target="../media/image548.png"/><Relationship Id="rId556" Type="http://schemas.openxmlformats.org/officeDocument/2006/relationships/image" Target="../media/image590.png"/><Relationship Id="rId88" Type="http://schemas.openxmlformats.org/officeDocument/2006/relationships/image" Target="../media/image158.png"/><Relationship Id="rId111" Type="http://schemas.openxmlformats.org/officeDocument/2006/relationships/image" Target="../media/image181.png"/><Relationship Id="rId153" Type="http://schemas.openxmlformats.org/officeDocument/2006/relationships/image" Target="../media/image201.png"/><Relationship Id="rId195" Type="http://schemas.openxmlformats.org/officeDocument/2006/relationships/image" Target="../media/image241.png"/><Relationship Id="rId209" Type="http://schemas.openxmlformats.org/officeDocument/2006/relationships/image" Target="../media/image254.png"/><Relationship Id="rId360" Type="http://schemas.openxmlformats.org/officeDocument/2006/relationships/image" Target="../media/image398.png"/><Relationship Id="rId416" Type="http://schemas.openxmlformats.org/officeDocument/2006/relationships/image" Target="../media/image450.png"/><Relationship Id="rId220" Type="http://schemas.openxmlformats.org/officeDocument/2006/relationships/image" Target="../media/image265.png"/><Relationship Id="rId458" Type="http://schemas.openxmlformats.org/officeDocument/2006/relationships/image" Target="../media/image492.png"/><Relationship Id="rId15" Type="http://schemas.openxmlformats.org/officeDocument/2006/relationships/image" Target="../media/image85.png"/><Relationship Id="rId57" Type="http://schemas.openxmlformats.org/officeDocument/2006/relationships/image" Target="../media/image127.png"/><Relationship Id="rId262" Type="http://schemas.openxmlformats.org/officeDocument/2006/relationships/image" Target="../media/image300.png"/><Relationship Id="rId318" Type="http://schemas.openxmlformats.org/officeDocument/2006/relationships/image" Target="../media/image356.png"/><Relationship Id="rId525" Type="http://schemas.openxmlformats.org/officeDocument/2006/relationships/image" Target="../media/image559.png"/><Relationship Id="rId567" Type="http://schemas.openxmlformats.org/officeDocument/2006/relationships/image" Target="../media/image601.png"/><Relationship Id="rId99" Type="http://schemas.openxmlformats.org/officeDocument/2006/relationships/image" Target="../media/image169.png"/><Relationship Id="rId122" Type="http://schemas.openxmlformats.org/officeDocument/2006/relationships/image" Target="../media/image192.png"/><Relationship Id="rId164" Type="http://schemas.openxmlformats.org/officeDocument/2006/relationships/image" Target="../media/image212.png"/><Relationship Id="rId371" Type="http://schemas.openxmlformats.org/officeDocument/2006/relationships/image" Target="../media/image409.png"/><Relationship Id="rId427" Type="http://schemas.openxmlformats.org/officeDocument/2006/relationships/image" Target="../media/image461.png"/><Relationship Id="rId469" Type="http://schemas.openxmlformats.org/officeDocument/2006/relationships/image" Target="../media/image503.png"/><Relationship Id="rId26" Type="http://schemas.openxmlformats.org/officeDocument/2006/relationships/image" Target="../media/image96.png"/><Relationship Id="rId231" Type="http://schemas.openxmlformats.org/officeDocument/2006/relationships/image" Target="../media/image275.png"/><Relationship Id="rId273" Type="http://schemas.openxmlformats.org/officeDocument/2006/relationships/image" Target="../media/image311.png"/><Relationship Id="rId329" Type="http://schemas.openxmlformats.org/officeDocument/2006/relationships/image" Target="../media/image367.png"/><Relationship Id="rId480" Type="http://schemas.openxmlformats.org/officeDocument/2006/relationships/image" Target="../media/image514.png"/><Relationship Id="rId536" Type="http://schemas.openxmlformats.org/officeDocument/2006/relationships/image" Target="../media/image570.png"/><Relationship Id="rId68" Type="http://schemas.openxmlformats.org/officeDocument/2006/relationships/image" Target="../media/image138.png"/><Relationship Id="rId133" Type="http://schemas.openxmlformats.org/officeDocument/2006/relationships/image" Target="../media/image14.png"/><Relationship Id="rId175" Type="http://schemas.openxmlformats.org/officeDocument/2006/relationships/image" Target="../media/image3.png"/><Relationship Id="rId340" Type="http://schemas.openxmlformats.org/officeDocument/2006/relationships/image" Target="../media/image378.png"/><Relationship Id="rId200" Type="http://schemas.openxmlformats.org/officeDocument/2006/relationships/image" Target="../media/image246.png"/><Relationship Id="rId382" Type="http://schemas.openxmlformats.org/officeDocument/2006/relationships/image" Target="../media/image420.png"/><Relationship Id="rId438" Type="http://schemas.openxmlformats.org/officeDocument/2006/relationships/image" Target="../media/image472.png"/><Relationship Id="rId242" Type="http://schemas.openxmlformats.org/officeDocument/2006/relationships/image" Target="../media/image32.png"/><Relationship Id="rId284" Type="http://schemas.openxmlformats.org/officeDocument/2006/relationships/image" Target="../media/image322.png"/><Relationship Id="rId491" Type="http://schemas.openxmlformats.org/officeDocument/2006/relationships/image" Target="../media/image525.png"/><Relationship Id="rId505" Type="http://schemas.openxmlformats.org/officeDocument/2006/relationships/image" Target="../media/image539.png"/><Relationship Id="rId37" Type="http://schemas.openxmlformats.org/officeDocument/2006/relationships/image" Target="../media/image107.png"/><Relationship Id="rId79" Type="http://schemas.openxmlformats.org/officeDocument/2006/relationships/image" Target="../media/image149.png"/><Relationship Id="rId102" Type="http://schemas.openxmlformats.org/officeDocument/2006/relationships/image" Target="../media/image172.png"/><Relationship Id="rId144" Type="http://schemas.openxmlformats.org/officeDocument/2006/relationships/image" Target="../media/image25.png"/><Relationship Id="rId547" Type="http://schemas.openxmlformats.org/officeDocument/2006/relationships/image" Target="../media/image581.png"/><Relationship Id="rId90" Type="http://schemas.openxmlformats.org/officeDocument/2006/relationships/image" Target="../media/image160.png"/><Relationship Id="rId186" Type="http://schemas.openxmlformats.org/officeDocument/2006/relationships/image" Target="../media/image232.png"/><Relationship Id="rId351" Type="http://schemas.openxmlformats.org/officeDocument/2006/relationships/image" Target="../media/image389.png"/><Relationship Id="rId393" Type="http://schemas.openxmlformats.org/officeDocument/2006/relationships/image" Target="../media/image37.png"/><Relationship Id="rId407" Type="http://schemas.openxmlformats.org/officeDocument/2006/relationships/image" Target="../media/image441.png"/><Relationship Id="rId449" Type="http://schemas.openxmlformats.org/officeDocument/2006/relationships/image" Target="../media/image483.png"/><Relationship Id="rId211" Type="http://schemas.openxmlformats.org/officeDocument/2006/relationships/image" Target="../media/image256.png"/><Relationship Id="rId253" Type="http://schemas.openxmlformats.org/officeDocument/2006/relationships/image" Target="../media/image291.png"/><Relationship Id="rId295" Type="http://schemas.openxmlformats.org/officeDocument/2006/relationships/image" Target="../media/image333.png"/><Relationship Id="rId309" Type="http://schemas.openxmlformats.org/officeDocument/2006/relationships/image" Target="../media/image347.png"/><Relationship Id="rId460" Type="http://schemas.openxmlformats.org/officeDocument/2006/relationships/image" Target="../media/image494.png"/><Relationship Id="rId516" Type="http://schemas.openxmlformats.org/officeDocument/2006/relationships/image" Target="../media/image550.png"/><Relationship Id="rId48" Type="http://schemas.openxmlformats.org/officeDocument/2006/relationships/image" Target="../media/image118.png"/><Relationship Id="rId113" Type="http://schemas.openxmlformats.org/officeDocument/2006/relationships/image" Target="../media/image183.png"/><Relationship Id="rId320" Type="http://schemas.openxmlformats.org/officeDocument/2006/relationships/image" Target="../media/image358.png"/><Relationship Id="rId558" Type="http://schemas.openxmlformats.org/officeDocument/2006/relationships/image" Target="../media/image592.png"/><Relationship Id="rId155" Type="http://schemas.openxmlformats.org/officeDocument/2006/relationships/image" Target="../media/image203.png"/><Relationship Id="rId197" Type="http://schemas.openxmlformats.org/officeDocument/2006/relationships/image" Target="../media/image243.png"/><Relationship Id="rId362" Type="http://schemas.openxmlformats.org/officeDocument/2006/relationships/image" Target="../media/image400.png"/><Relationship Id="rId418" Type="http://schemas.openxmlformats.org/officeDocument/2006/relationships/image" Target="../media/image452.png"/><Relationship Id="rId222" Type="http://schemas.openxmlformats.org/officeDocument/2006/relationships/image" Target="../media/image267.png"/><Relationship Id="rId264" Type="http://schemas.openxmlformats.org/officeDocument/2006/relationships/image" Target="../media/image302.png"/><Relationship Id="rId471" Type="http://schemas.openxmlformats.org/officeDocument/2006/relationships/image" Target="../media/image505.png"/><Relationship Id="rId17" Type="http://schemas.openxmlformats.org/officeDocument/2006/relationships/image" Target="../media/image87.png"/><Relationship Id="rId59" Type="http://schemas.openxmlformats.org/officeDocument/2006/relationships/image" Target="../media/image129.png"/><Relationship Id="rId124" Type="http://schemas.openxmlformats.org/officeDocument/2006/relationships/image" Target="../media/image5.png"/><Relationship Id="rId527" Type="http://schemas.openxmlformats.org/officeDocument/2006/relationships/image" Target="../media/image561.png"/><Relationship Id="rId569" Type="http://schemas.openxmlformats.org/officeDocument/2006/relationships/image" Target="../media/image603.png"/><Relationship Id="rId70" Type="http://schemas.openxmlformats.org/officeDocument/2006/relationships/image" Target="../media/image140.png"/><Relationship Id="rId166" Type="http://schemas.openxmlformats.org/officeDocument/2006/relationships/image" Target="../media/image214.png"/><Relationship Id="rId331" Type="http://schemas.openxmlformats.org/officeDocument/2006/relationships/image" Target="../media/image369.png"/><Relationship Id="rId373" Type="http://schemas.openxmlformats.org/officeDocument/2006/relationships/image" Target="../media/image411.png"/><Relationship Id="rId429" Type="http://schemas.openxmlformats.org/officeDocument/2006/relationships/image" Target="../media/image463.png"/><Relationship Id="rId1" Type="http://schemas.openxmlformats.org/officeDocument/2006/relationships/slideLayout" Target="../slideLayouts/slideLayout12.xml"/><Relationship Id="rId233" Type="http://schemas.openxmlformats.org/officeDocument/2006/relationships/image" Target="../media/image277.png"/><Relationship Id="rId440" Type="http://schemas.openxmlformats.org/officeDocument/2006/relationships/image" Target="../media/image474.png"/><Relationship Id="rId28" Type="http://schemas.openxmlformats.org/officeDocument/2006/relationships/image" Target="../media/image98.png"/><Relationship Id="rId275" Type="http://schemas.openxmlformats.org/officeDocument/2006/relationships/image" Target="../media/image313.png"/><Relationship Id="rId300" Type="http://schemas.openxmlformats.org/officeDocument/2006/relationships/image" Target="../media/image338.png"/><Relationship Id="rId482" Type="http://schemas.openxmlformats.org/officeDocument/2006/relationships/image" Target="../media/image516.png"/><Relationship Id="rId538" Type="http://schemas.openxmlformats.org/officeDocument/2006/relationships/image" Target="../media/image572.png"/><Relationship Id="rId81" Type="http://schemas.openxmlformats.org/officeDocument/2006/relationships/image" Target="../media/image151.png"/><Relationship Id="rId135" Type="http://schemas.openxmlformats.org/officeDocument/2006/relationships/image" Target="../media/image16.png"/><Relationship Id="rId177" Type="http://schemas.openxmlformats.org/officeDocument/2006/relationships/image" Target="../media/image224.png"/><Relationship Id="rId342" Type="http://schemas.openxmlformats.org/officeDocument/2006/relationships/image" Target="../media/image380.png"/><Relationship Id="rId384" Type="http://schemas.openxmlformats.org/officeDocument/2006/relationships/image" Target="../media/image35.png"/><Relationship Id="rId202" Type="http://schemas.openxmlformats.org/officeDocument/2006/relationships/image" Target="../media/image247.png"/><Relationship Id="rId244" Type="http://schemas.openxmlformats.org/officeDocument/2006/relationships/image" Target="../media/image284.png"/><Relationship Id="rId39" Type="http://schemas.openxmlformats.org/officeDocument/2006/relationships/image" Target="../media/image109.png"/><Relationship Id="rId286" Type="http://schemas.openxmlformats.org/officeDocument/2006/relationships/image" Target="../media/image324.png"/><Relationship Id="rId451" Type="http://schemas.openxmlformats.org/officeDocument/2006/relationships/image" Target="../media/image485.png"/><Relationship Id="rId493" Type="http://schemas.openxmlformats.org/officeDocument/2006/relationships/image" Target="../media/image527.png"/><Relationship Id="rId507" Type="http://schemas.openxmlformats.org/officeDocument/2006/relationships/image" Target="../media/image541.png"/><Relationship Id="rId549" Type="http://schemas.openxmlformats.org/officeDocument/2006/relationships/image" Target="../media/image583.png"/><Relationship Id="rId50" Type="http://schemas.openxmlformats.org/officeDocument/2006/relationships/image" Target="../media/image120.png"/><Relationship Id="rId104" Type="http://schemas.openxmlformats.org/officeDocument/2006/relationships/image" Target="../media/image174.png"/><Relationship Id="rId146" Type="http://schemas.openxmlformats.org/officeDocument/2006/relationships/image" Target="../media/image194.png"/><Relationship Id="rId188" Type="http://schemas.openxmlformats.org/officeDocument/2006/relationships/image" Target="../media/image234.png"/><Relationship Id="rId311" Type="http://schemas.openxmlformats.org/officeDocument/2006/relationships/image" Target="../media/image349.png"/><Relationship Id="rId353" Type="http://schemas.openxmlformats.org/officeDocument/2006/relationships/image" Target="../media/image391.png"/><Relationship Id="rId395" Type="http://schemas.openxmlformats.org/officeDocument/2006/relationships/image" Target="../media/image429.png"/><Relationship Id="rId409" Type="http://schemas.openxmlformats.org/officeDocument/2006/relationships/image" Target="../media/image443.png"/><Relationship Id="rId560" Type="http://schemas.openxmlformats.org/officeDocument/2006/relationships/image" Target="../media/image594.png"/><Relationship Id="rId92" Type="http://schemas.openxmlformats.org/officeDocument/2006/relationships/image" Target="../media/image162.png"/><Relationship Id="rId213" Type="http://schemas.openxmlformats.org/officeDocument/2006/relationships/image" Target="../media/image258.png"/><Relationship Id="rId420" Type="http://schemas.openxmlformats.org/officeDocument/2006/relationships/image" Target="../media/image454.png"/><Relationship Id="rId255" Type="http://schemas.openxmlformats.org/officeDocument/2006/relationships/image" Target="../media/image293.png"/><Relationship Id="rId297" Type="http://schemas.openxmlformats.org/officeDocument/2006/relationships/image" Target="../media/image335.png"/><Relationship Id="rId462" Type="http://schemas.openxmlformats.org/officeDocument/2006/relationships/image" Target="../media/image496.png"/><Relationship Id="rId518" Type="http://schemas.openxmlformats.org/officeDocument/2006/relationships/image" Target="../media/image552.png"/><Relationship Id="rId115" Type="http://schemas.openxmlformats.org/officeDocument/2006/relationships/image" Target="../media/image185.png"/><Relationship Id="rId157" Type="http://schemas.openxmlformats.org/officeDocument/2006/relationships/image" Target="../media/image205.png"/><Relationship Id="rId322" Type="http://schemas.openxmlformats.org/officeDocument/2006/relationships/image" Target="../media/image360.png"/><Relationship Id="rId364" Type="http://schemas.openxmlformats.org/officeDocument/2006/relationships/image" Target="../media/image402.png"/><Relationship Id="rId61" Type="http://schemas.openxmlformats.org/officeDocument/2006/relationships/image" Target="../media/image131.png"/><Relationship Id="rId199" Type="http://schemas.openxmlformats.org/officeDocument/2006/relationships/image" Target="../media/image245.png"/><Relationship Id="rId571" Type="http://schemas.openxmlformats.org/officeDocument/2006/relationships/image" Target="../media/image605.png"/><Relationship Id="rId19" Type="http://schemas.openxmlformats.org/officeDocument/2006/relationships/image" Target="../media/image89.png"/><Relationship Id="rId224" Type="http://schemas.openxmlformats.org/officeDocument/2006/relationships/image" Target="../media/image269.png"/><Relationship Id="rId266" Type="http://schemas.openxmlformats.org/officeDocument/2006/relationships/image" Target="../media/image304.png"/><Relationship Id="rId431" Type="http://schemas.openxmlformats.org/officeDocument/2006/relationships/image" Target="../media/image465.png"/><Relationship Id="rId473" Type="http://schemas.openxmlformats.org/officeDocument/2006/relationships/image" Target="../media/image507.png"/><Relationship Id="rId529" Type="http://schemas.openxmlformats.org/officeDocument/2006/relationships/image" Target="../media/image563.png"/><Relationship Id="rId30" Type="http://schemas.openxmlformats.org/officeDocument/2006/relationships/image" Target="../media/image100.png"/><Relationship Id="rId126" Type="http://schemas.openxmlformats.org/officeDocument/2006/relationships/image" Target="../media/image7.png"/><Relationship Id="rId168" Type="http://schemas.openxmlformats.org/officeDocument/2006/relationships/image" Target="../media/image216.png"/><Relationship Id="rId333" Type="http://schemas.openxmlformats.org/officeDocument/2006/relationships/image" Target="../media/image371.png"/><Relationship Id="rId540" Type="http://schemas.openxmlformats.org/officeDocument/2006/relationships/image" Target="../media/image574.png"/><Relationship Id="rId72" Type="http://schemas.openxmlformats.org/officeDocument/2006/relationships/image" Target="../media/image142.png"/><Relationship Id="rId375" Type="http://schemas.openxmlformats.org/officeDocument/2006/relationships/image" Target="../media/image413.png"/><Relationship Id="rId3" Type="http://schemas.openxmlformats.org/officeDocument/2006/relationships/image" Target="../media/image73.png"/><Relationship Id="rId235" Type="http://schemas.openxmlformats.org/officeDocument/2006/relationships/image" Target="../media/image279.png"/><Relationship Id="rId277" Type="http://schemas.openxmlformats.org/officeDocument/2006/relationships/image" Target="../media/image315.png"/><Relationship Id="rId400" Type="http://schemas.openxmlformats.org/officeDocument/2006/relationships/image" Target="../media/image434.png"/><Relationship Id="rId442" Type="http://schemas.openxmlformats.org/officeDocument/2006/relationships/image" Target="../media/image476.png"/><Relationship Id="rId484" Type="http://schemas.openxmlformats.org/officeDocument/2006/relationships/image" Target="../media/image518.png"/><Relationship Id="rId137" Type="http://schemas.openxmlformats.org/officeDocument/2006/relationships/image" Target="../media/image18.png"/><Relationship Id="rId302" Type="http://schemas.openxmlformats.org/officeDocument/2006/relationships/image" Target="../media/image340.png"/><Relationship Id="rId344" Type="http://schemas.openxmlformats.org/officeDocument/2006/relationships/image" Target="../media/image382.png"/><Relationship Id="rId41" Type="http://schemas.openxmlformats.org/officeDocument/2006/relationships/image" Target="../media/image111.png"/><Relationship Id="rId83" Type="http://schemas.openxmlformats.org/officeDocument/2006/relationships/image" Target="../media/image153.png"/><Relationship Id="rId179" Type="http://schemas.openxmlformats.org/officeDocument/2006/relationships/image" Target="../media/image26.png"/><Relationship Id="rId386" Type="http://schemas.openxmlformats.org/officeDocument/2006/relationships/image" Target="../media/image423.png"/><Relationship Id="rId551" Type="http://schemas.openxmlformats.org/officeDocument/2006/relationships/image" Target="../media/image585.png"/><Relationship Id="rId190" Type="http://schemas.openxmlformats.org/officeDocument/2006/relationships/image" Target="../media/image236.png"/><Relationship Id="rId204" Type="http://schemas.openxmlformats.org/officeDocument/2006/relationships/image" Target="../media/image249.png"/><Relationship Id="rId246" Type="http://schemas.openxmlformats.org/officeDocument/2006/relationships/image" Target="../media/image286.png"/><Relationship Id="rId288" Type="http://schemas.openxmlformats.org/officeDocument/2006/relationships/image" Target="../media/image326.png"/><Relationship Id="rId411" Type="http://schemas.openxmlformats.org/officeDocument/2006/relationships/image" Target="../media/image445.png"/><Relationship Id="rId453" Type="http://schemas.openxmlformats.org/officeDocument/2006/relationships/image" Target="../media/image487.png"/><Relationship Id="rId509" Type="http://schemas.openxmlformats.org/officeDocument/2006/relationships/image" Target="../media/image543.png"/><Relationship Id="rId106" Type="http://schemas.openxmlformats.org/officeDocument/2006/relationships/image" Target="../media/image176.png"/><Relationship Id="rId313" Type="http://schemas.openxmlformats.org/officeDocument/2006/relationships/image" Target="../media/image351.png"/><Relationship Id="rId495" Type="http://schemas.openxmlformats.org/officeDocument/2006/relationships/image" Target="../media/image529.png"/><Relationship Id="rId10" Type="http://schemas.openxmlformats.org/officeDocument/2006/relationships/image" Target="../media/image80.png"/><Relationship Id="rId52" Type="http://schemas.openxmlformats.org/officeDocument/2006/relationships/image" Target="../media/image122.png"/><Relationship Id="rId94" Type="http://schemas.openxmlformats.org/officeDocument/2006/relationships/image" Target="../media/image164.png"/><Relationship Id="rId148" Type="http://schemas.openxmlformats.org/officeDocument/2006/relationships/image" Target="../media/image196.png"/><Relationship Id="rId355" Type="http://schemas.openxmlformats.org/officeDocument/2006/relationships/image" Target="../media/image393.png"/><Relationship Id="rId397" Type="http://schemas.openxmlformats.org/officeDocument/2006/relationships/image" Target="../media/image431.png"/><Relationship Id="rId520" Type="http://schemas.openxmlformats.org/officeDocument/2006/relationships/image" Target="../media/image554.png"/><Relationship Id="rId562" Type="http://schemas.openxmlformats.org/officeDocument/2006/relationships/image" Target="../media/image596.png"/><Relationship Id="rId215" Type="http://schemas.openxmlformats.org/officeDocument/2006/relationships/image" Target="../media/image260.png"/><Relationship Id="rId257" Type="http://schemas.openxmlformats.org/officeDocument/2006/relationships/image" Target="../media/image295.png"/><Relationship Id="rId422" Type="http://schemas.openxmlformats.org/officeDocument/2006/relationships/image" Target="../media/image456.png"/><Relationship Id="rId464" Type="http://schemas.openxmlformats.org/officeDocument/2006/relationships/image" Target="../media/image498.png"/><Relationship Id="rId299" Type="http://schemas.openxmlformats.org/officeDocument/2006/relationships/image" Target="../media/image337.png"/><Relationship Id="rId63" Type="http://schemas.openxmlformats.org/officeDocument/2006/relationships/image" Target="../media/image133.png"/><Relationship Id="rId159" Type="http://schemas.openxmlformats.org/officeDocument/2006/relationships/image" Target="../media/image207.png"/><Relationship Id="rId366" Type="http://schemas.openxmlformats.org/officeDocument/2006/relationships/image" Target="../media/image404.png"/><Relationship Id="rId226" Type="http://schemas.openxmlformats.org/officeDocument/2006/relationships/image" Target="../media/image271.png"/><Relationship Id="rId433" Type="http://schemas.openxmlformats.org/officeDocument/2006/relationships/image" Target="../media/image467.png"/><Relationship Id="rId74" Type="http://schemas.openxmlformats.org/officeDocument/2006/relationships/image" Target="../media/image144.png"/><Relationship Id="rId377" Type="http://schemas.openxmlformats.org/officeDocument/2006/relationships/image" Target="../media/image415.png"/><Relationship Id="rId500" Type="http://schemas.openxmlformats.org/officeDocument/2006/relationships/image" Target="../media/image534.png"/><Relationship Id="rId5" Type="http://schemas.openxmlformats.org/officeDocument/2006/relationships/image" Target="../media/image75.png"/><Relationship Id="rId237" Type="http://schemas.openxmlformats.org/officeDocument/2006/relationships/image" Target="../media/image29.png"/><Relationship Id="rId444" Type="http://schemas.openxmlformats.org/officeDocument/2006/relationships/image" Target="../media/image478.png"/><Relationship Id="rId290" Type="http://schemas.openxmlformats.org/officeDocument/2006/relationships/image" Target="../media/image328.png"/><Relationship Id="rId304" Type="http://schemas.openxmlformats.org/officeDocument/2006/relationships/image" Target="../media/image342.png"/><Relationship Id="rId388" Type="http://schemas.openxmlformats.org/officeDocument/2006/relationships/image" Target="../media/image425.png"/><Relationship Id="rId511" Type="http://schemas.openxmlformats.org/officeDocument/2006/relationships/image" Target="../media/image545.png"/><Relationship Id="rId85" Type="http://schemas.openxmlformats.org/officeDocument/2006/relationships/image" Target="../media/image155.png"/><Relationship Id="rId150" Type="http://schemas.openxmlformats.org/officeDocument/2006/relationships/image" Target="../media/image198.png"/><Relationship Id="rId248" Type="http://schemas.openxmlformats.org/officeDocument/2006/relationships/image" Target="../media/image288.png"/><Relationship Id="rId455" Type="http://schemas.openxmlformats.org/officeDocument/2006/relationships/image" Target="../media/image489.png"/><Relationship Id="rId12" Type="http://schemas.openxmlformats.org/officeDocument/2006/relationships/image" Target="../media/image82.png"/><Relationship Id="rId108" Type="http://schemas.openxmlformats.org/officeDocument/2006/relationships/image" Target="../media/image178.png"/><Relationship Id="rId315" Type="http://schemas.openxmlformats.org/officeDocument/2006/relationships/image" Target="../media/image353.png"/><Relationship Id="rId522" Type="http://schemas.openxmlformats.org/officeDocument/2006/relationships/image" Target="../media/image556.png"/><Relationship Id="rId96" Type="http://schemas.openxmlformats.org/officeDocument/2006/relationships/image" Target="../media/image166.png"/><Relationship Id="rId161" Type="http://schemas.openxmlformats.org/officeDocument/2006/relationships/image" Target="../media/image209.png"/><Relationship Id="rId399" Type="http://schemas.openxmlformats.org/officeDocument/2006/relationships/image" Target="../media/image433.png"/><Relationship Id="rId259" Type="http://schemas.openxmlformats.org/officeDocument/2006/relationships/image" Target="../media/image297.png"/><Relationship Id="rId466" Type="http://schemas.openxmlformats.org/officeDocument/2006/relationships/image" Target="../media/image500.png"/><Relationship Id="rId23" Type="http://schemas.openxmlformats.org/officeDocument/2006/relationships/image" Target="../media/image93.png"/><Relationship Id="rId119" Type="http://schemas.openxmlformats.org/officeDocument/2006/relationships/image" Target="../media/image189.png"/><Relationship Id="rId326" Type="http://schemas.openxmlformats.org/officeDocument/2006/relationships/image" Target="../media/image364.png"/><Relationship Id="rId533" Type="http://schemas.openxmlformats.org/officeDocument/2006/relationships/image" Target="../media/image56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문서 6">
            <a:extLst>
              <a:ext uri="{FF2B5EF4-FFF2-40B4-BE49-F238E27FC236}">
                <a16:creationId xmlns:a16="http://schemas.microsoft.com/office/drawing/2014/main" id="{1D5FA811-B9CE-4A68-81BF-559D2F683197}"/>
              </a:ext>
            </a:extLst>
          </p:cNvPr>
          <p:cNvSpPr/>
          <p:nvPr/>
        </p:nvSpPr>
        <p:spPr>
          <a:xfrm>
            <a:off x="1440552" y="2176985"/>
            <a:ext cx="980793" cy="521208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User Input</a:t>
            </a:r>
            <a:endParaRPr lang="ko-KR" altLang="en-US" sz="1200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4B30D98-C498-4BAB-84D1-31A3E7063DE7}"/>
              </a:ext>
            </a:extLst>
          </p:cNvPr>
          <p:cNvSpPr/>
          <p:nvPr/>
        </p:nvSpPr>
        <p:spPr>
          <a:xfrm>
            <a:off x="2789461" y="2188001"/>
            <a:ext cx="950308" cy="4982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Enrich Data </a:t>
            </a:r>
          </a:p>
        </p:txBody>
      </p:sp>
      <p:sp>
        <p:nvSpPr>
          <p:cNvPr id="12" name="순서도: 문서 11">
            <a:extLst>
              <a:ext uri="{FF2B5EF4-FFF2-40B4-BE49-F238E27FC236}">
                <a16:creationId xmlns:a16="http://schemas.microsoft.com/office/drawing/2014/main" id="{81BFC99E-71A5-496B-854C-0A6BAED7D61D}"/>
              </a:ext>
            </a:extLst>
          </p:cNvPr>
          <p:cNvSpPr/>
          <p:nvPr/>
        </p:nvSpPr>
        <p:spPr>
          <a:xfrm>
            <a:off x="4104181" y="2145731"/>
            <a:ext cx="1109206" cy="582376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Enriched Data </a:t>
            </a:r>
            <a:r>
              <a:rPr lang="en-US" altLang="ko-KR" sz="1100" dirty="0" err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Dict</a:t>
            </a:r>
            <a:r>
              <a:rPr lang="en-US" altLang="ko-KR" sz="11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(json)</a:t>
            </a:r>
            <a:endParaRPr lang="ko-KR" altLang="en-US" sz="1100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6B8FA6A-5EE4-49AC-9758-1470308B94B9}"/>
              </a:ext>
            </a:extLst>
          </p:cNvPr>
          <p:cNvSpPr/>
          <p:nvPr/>
        </p:nvSpPr>
        <p:spPr>
          <a:xfrm>
            <a:off x="717605" y="1035588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카카오</a:t>
            </a:r>
            <a:r>
              <a:rPr lang="ko-KR" altLang="en-US" sz="10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API</a:t>
            </a:r>
            <a:endParaRPr lang="ko-KR" altLang="en-US" sz="10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BDD1BB6-9938-4C58-8618-5C8602735FC2}"/>
              </a:ext>
            </a:extLst>
          </p:cNvPr>
          <p:cNvSpPr/>
          <p:nvPr/>
        </p:nvSpPr>
        <p:spPr>
          <a:xfrm>
            <a:off x="192002" y="3349324"/>
            <a:ext cx="6057559" cy="2887960"/>
          </a:xfrm>
          <a:prstGeom prst="roundRect">
            <a:avLst/>
          </a:prstGeom>
          <a:noFill/>
          <a:ln>
            <a:solidFill>
              <a:srgbClr val="73AB5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C2B08194-CEC0-409C-994E-8B3DC4F5DEE7}"/>
              </a:ext>
            </a:extLst>
          </p:cNvPr>
          <p:cNvSpPr/>
          <p:nvPr/>
        </p:nvSpPr>
        <p:spPr>
          <a:xfrm>
            <a:off x="192002" y="636497"/>
            <a:ext cx="6057559" cy="2390303"/>
          </a:xfrm>
          <a:prstGeom prst="roundRect">
            <a:avLst/>
          </a:prstGeom>
          <a:noFill/>
          <a:ln>
            <a:solidFill>
              <a:srgbClr val="5683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2FA6D7-6BB2-4EE1-A13B-CF006F488F92}"/>
              </a:ext>
            </a:extLst>
          </p:cNvPr>
          <p:cNvSpPr txBox="1"/>
          <p:nvPr/>
        </p:nvSpPr>
        <p:spPr>
          <a:xfrm>
            <a:off x="1639368" y="672182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1. </a:t>
            </a:r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입력 기반 데이터 융합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2" name="순서도: 자기 디스크 81">
            <a:extLst>
              <a:ext uri="{FF2B5EF4-FFF2-40B4-BE49-F238E27FC236}">
                <a16:creationId xmlns:a16="http://schemas.microsoft.com/office/drawing/2014/main" id="{2EA36000-79CB-4596-B940-EAE4BE743715}"/>
              </a:ext>
            </a:extLst>
          </p:cNvPr>
          <p:cNvSpPr/>
          <p:nvPr/>
        </p:nvSpPr>
        <p:spPr>
          <a:xfrm>
            <a:off x="1750977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길단위인구</a:t>
            </a:r>
            <a:endParaRPr lang="en-US" altLang="ko-KR" sz="10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ko-KR" altLang="en-US" sz="10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3" name="순서도: 자기 디스크 82">
            <a:extLst>
              <a:ext uri="{FF2B5EF4-FFF2-40B4-BE49-F238E27FC236}">
                <a16:creationId xmlns:a16="http://schemas.microsoft.com/office/drawing/2014/main" id="{B5A490D9-D879-4590-B37A-E7FD99D1FB73}"/>
              </a:ext>
            </a:extLst>
          </p:cNvPr>
          <p:cNvSpPr/>
          <p:nvPr/>
        </p:nvSpPr>
        <p:spPr>
          <a:xfrm>
            <a:off x="2777370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점포 수 변화</a:t>
            </a:r>
            <a:endParaRPr lang="en-US" altLang="ko-KR" sz="10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ko-KR" altLang="en-US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5" name="순서도: 자기 디스크 84">
            <a:extLst>
              <a:ext uri="{FF2B5EF4-FFF2-40B4-BE49-F238E27FC236}">
                <a16:creationId xmlns:a16="http://schemas.microsoft.com/office/drawing/2014/main" id="{67DBBDC0-192C-4C98-93FB-D4089ACE3252}"/>
              </a:ext>
            </a:extLst>
          </p:cNvPr>
          <p:cNvSpPr/>
          <p:nvPr/>
        </p:nvSpPr>
        <p:spPr>
          <a:xfrm>
            <a:off x="3803763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추정 매출</a:t>
            </a:r>
            <a:endParaRPr lang="en-US" altLang="ko-KR" sz="10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ko-KR" altLang="en-US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7D26BE3-E8E6-4612-A9E8-A6BCF986FB3A}"/>
              </a:ext>
            </a:extLst>
          </p:cNvPr>
          <p:cNvSpPr/>
          <p:nvPr/>
        </p:nvSpPr>
        <p:spPr>
          <a:xfrm>
            <a:off x="423335" y="958392"/>
            <a:ext cx="5681132" cy="8812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B54CD7E-10FC-4A48-979B-44FA18C4FBBD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2421345" y="2437139"/>
            <a:ext cx="368116" cy="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B3986567-B59B-4242-AF9F-F0BDDC8FA430}"/>
              </a:ext>
            </a:extLst>
          </p:cNvPr>
          <p:cNvSpPr/>
          <p:nvPr/>
        </p:nvSpPr>
        <p:spPr>
          <a:xfrm>
            <a:off x="2252001" y="4078341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251DFF3-B11B-428E-828B-11EE545873A5}"/>
              </a:ext>
            </a:extLst>
          </p:cNvPr>
          <p:cNvSpPr txBox="1"/>
          <p:nvPr/>
        </p:nvSpPr>
        <p:spPr>
          <a:xfrm>
            <a:off x="1643695" y="3354274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2. </a:t>
            </a:r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다면적 상권 심층 분석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673AA92-D857-4C76-8443-8F5BA5A45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552" y="4112653"/>
            <a:ext cx="333227" cy="333227"/>
          </a:xfrm>
          <a:prstGeom prst="rect">
            <a:avLst/>
          </a:prstGeom>
        </p:spPr>
      </p:pic>
      <p:sp>
        <p:nvSpPr>
          <p:cNvPr id="122" name="순서도: 문서 121">
            <a:extLst>
              <a:ext uri="{FF2B5EF4-FFF2-40B4-BE49-F238E27FC236}">
                <a16:creationId xmlns:a16="http://schemas.microsoft.com/office/drawing/2014/main" id="{F9B0FCB8-B229-48B4-B813-B4102E427E1A}"/>
              </a:ext>
            </a:extLst>
          </p:cNvPr>
          <p:cNvSpPr/>
          <p:nvPr/>
        </p:nvSpPr>
        <p:spPr>
          <a:xfrm>
            <a:off x="547010" y="3887429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역세권</a:t>
            </a:r>
          </a:p>
        </p:txBody>
      </p:sp>
      <p:sp>
        <p:nvSpPr>
          <p:cNvPr id="123" name="순서도: 문서 122">
            <a:extLst>
              <a:ext uri="{FF2B5EF4-FFF2-40B4-BE49-F238E27FC236}">
                <a16:creationId xmlns:a16="http://schemas.microsoft.com/office/drawing/2014/main" id="{4B2F1BA4-7F20-49A5-A815-18C843B98B63}"/>
              </a:ext>
            </a:extLst>
          </p:cNvPr>
          <p:cNvSpPr/>
          <p:nvPr/>
        </p:nvSpPr>
        <p:spPr>
          <a:xfrm>
            <a:off x="547009" y="4275399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시간대별 유동인구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매출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성별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연령 분포</a:t>
            </a:r>
          </a:p>
        </p:txBody>
      </p:sp>
      <p:sp>
        <p:nvSpPr>
          <p:cNvPr id="129" name="순서도: 문서 128">
            <a:extLst>
              <a:ext uri="{FF2B5EF4-FFF2-40B4-BE49-F238E27FC236}">
                <a16:creationId xmlns:a16="http://schemas.microsoft.com/office/drawing/2014/main" id="{0AE395C5-6359-4F7F-8FB4-4B473A935E58}"/>
              </a:ext>
            </a:extLst>
          </p:cNvPr>
          <p:cNvSpPr/>
          <p:nvPr/>
        </p:nvSpPr>
        <p:spPr>
          <a:xfrm>
            <a:off x="4577807" y="4078341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보고서</a:t>
            </a:r>
          </a:p>
        </p:txBody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34BCFE24-D2E6-4183-8171-2A1C7EF4BBD9}"/>
              </a:ext>
            </a:extLst>
          </p:cNvPr>
          <p:cNvSpPr/>
          <p:nvPr/>
        </p:nvSpPr>
        <p:spPr>
          <a:xfrm>
            <a:off x="547008" y="4676253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반경 내 유사점포 수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sz="800" dirty="0" err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폐업률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프랜차이즈 비율</a:t>
            </a:r>
          </a:p>
        </p:txBody>
      </p:sp>
      <p:sp>
        <p:nvSpPr>
          <p:cNvPr id="131" name="순서도: 문서 130">
            <a:extLst>
              <a:ext uri="{FF2B5EF4-FFF2-40B4-BE49-F238E27FC236}">
                <a16:creationId xmlns:a16="http://schemas.microsoft.com/office/drawing/2014/main" id="{AE71268B-5696-4985-9A87-8E94CF405C9B}"/>
              </a:ext>
            </a:extLst>
          </p:cNvPr>
          <p:cNvSpPr/>
          <p:nvPr/>
        </p:nvSpPr>
        <p:spPr>
          <a:xfrm>
            <a:off x="547008" y="5081236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동 내 업종별 매출 순위</a:t>
            </a:r>
          </a:p>
        </p:txBody>
      </p:sp>
      <p:sp>
        <p:nvSpPr>
          <p:cNvPr id="133" name="순서도: 문서 132">
            <a:extLst>
              <a:ext uri="{FF2B5EF4-FFF2-40B4-BE49-F238E27FC236}">
                <a16:creationId xmlns:a16="http://schemas.microsoft.com/office/drawing/2014/main" id="{F1C82194-ADBD-42B1-8BD2-3F4CEB198054}"/>
              </a:ext>
            </a:extLst>
          </p:cNvPr>
          <p:cNvSpPr/>
          <p:nvPr/>
        </p:nvSpPr>
        <p:spPr>
          <a:xfrm>
            <a:off x="547008" y="5467863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최대</a:t>
            </a:r>
            <a:r>
              <a:rPr lang="en-US" altLang="ko-KR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sz="800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최소 매출 업종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1E4734EA-F8A8-435E-AA6A-B2BCAE2649FA}"/>
              </a:ext>
            </a:extLst>
          </p:cNvPr>
          <p:cNvSpPr/>
          <p:nvPr/>
        </p:nvSpPr>
        <p:spPr>
          <a:xfrm>
            <a:off x="2252001" y="4622400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35" name="그림 134">
            <a:extLst>
              <a:ext uri="{FF2B5EF4-FFF2-40B4-BE49-F238E27FC236}">
                <a16:creationId xmlns:a16="http://schemas.microsoft.com/office/drawing/2014/main" id="{8482A4D3-1212-4167-BC4C-5BCD3364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552" y="4656712"/>
            <a:ext cx="333227" cy="333227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D95004AF-1ECE-4917-A2DA-991275EF0BDB}"/>
              </a:ext>
            </a:extLst>
          </p:cNvPr>
          <p:cNvSpPr txBox="1"/>
          <p:nvPr/>
        </p:nvSpPr>
        <p:spPr>
          <a:xfrm>
            <a:off x="2649509" y="4718666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B65EA292-12D1-4730-89C8-47AB0F6319C9}"/>
              </a:ext>
            </a:extLst>
          </p:cNvPr>
          <p:cNvSpPr/>
          <p:nvPr/>
        </p:nvSpPr>
        <p:spPr>
          <a:xfrm>
            <a:off x="2252001" y="5150075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38" name="그림 137">
            <a:extLst>
              <a:ext uri="{FF2B5EF4-FFF2-40B4-BE49-F238E27FC236}">
                <a16:creationId xmlns:a16="http://schemas.microsoft.com/office/drawing/2014/main" id="{DFA8781D-DAAA-497B-8E34-73282D340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552" y="5184387"/>
            <a:ext cx="333227" cy="333227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21EBEDC6-8D54-4A15-8758-0254EB4D940B}"/>
              </a:ext>
            </a:extLst>
          </p:cNvPr>
          <p:cNvSpPr txBox="1"/>
          <p:nvPr/>
        </p:nvSpPr>
        <p:spPr>
          <a:xfrm>
            <a:off x="2649509" y="5246341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0" name="순서도: 문서 139">
            <a:extLst>
              <a:ext uri="{FF2B5EF4-FFF2-40B4-BE49-F238E27FC236}">
                <a16:creationId xmlns:a16="http://schemas.microsoft.com/office/drawing/2014/main" id="{54A6AFDA-1A6B-41C3-9452-F49F2D3E760B}"/>
              </a:ext>
            </a:extLst>
          </p:cNvPr>
          <p:cNvSpPr/>
          <p:nvPr/>
        </p:nvSpPr>
        <p:spPr>
          <a:xfrm>
            <a:off x="4577807" y="4622400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보고서</a:t>
            </a:r>
          </a:p>
        </p:txBody>
      </p:sp>
      <p:sp>
        <p:nvSpPr>
          <p:cNvPr id="141" name="순서도: 문서 140">
            <a:extLst>
              <a:ext uri="{FF2B5EF4-FFF2-40B4-BE49-F238E27FC236}">
                <a16:creationId xmlns:a16="http://schemas.microsoft.com/office/drawing/2014/main" id="{4B89DB5C-1BFA-42CF-9020-5C46BF690192}"/>
              </a:ext>
            </a:extLst>
          </p:cNvPr>
          <p:cNvSpPr/>
          <p:nvPr/>
        </p:nvSpPr>
        <p:spPr>
          <a:xfrm>
            <a:off x="4577807" y="5160008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업종 추천 보고서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519CA6C9-4721-4139-B990-35B28421A31B}"/>
              </a:ext>
            </a:extLst>
          </p:cNvPr>
          <p:cNvSpPr/>
          <p:nvPr/>
        </p:nvSpPr>
        <p:spPr>
          <a:xfrm>
            <a:off x="482146" y="3823745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3744BAAC-B616-4839-8E51-D7618DAD5B49}"/>
              </a:ext>
            </a:extLst>
          </p:cNvPr>
          <p:cNvCxnSpPr>
            <a:cxnSpLocks/>
            <a:stCxn id="12" idx="2"/>
            <a:endCxn id="143" idx="1"/>
          </p:cNvCxnSpPr>
          <p:nvPr/>
        </p:nvCxnSpPr>
        <p:spPr>
          <a:xfrm rot="5400000">
            <a:off x="1496235" y="1675516"/>
            <a:ext cx="2148460" cy="4176638"/>
          </a:xfrm>
          <a:prstGeom prst="bentConnector4">
            <a:avLst>
              <a:gd name="adj1" fmla="val 25498"/>
              <a:gd name="adj2" fmla="val 10912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45B3DB-3C76-4EEC-B6D9-C68E957560EC}"/>
              </a:ext>
            </a:extLst>
          </p:cNvPr>
          <p:cNvCxnSpPr>
            <a:stCxn id="8" idx="3"/>
            <a:endCxn id="12" idx="1"/>
          </p:cNvCxnSpPr>
          <p:nvPr/>
        </p:nvCxnSpPr>
        <p:spPr>
          <a:xfrm flipV="1">
            <a:off x="3739769" y="2436919"/>
            <a:ext cx="364412" cy="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2FED6C8C-5EA9-45C8-9DAC-20199CFE8D05}"/>
              </a:ext>
            </a:extLst>
          </p:cNvPr>
          <p:cNvCxnSpPr>
            <a:stCxn id="122" idx="3"/>
            <a:endCxn id="118" idx="1"/>
          </p:cNvCxnSpPr>
          <p:nvPr/>
        </p:nvCxnSpPr>
        <p:spPr>
          <a:xfrm>
            <a:off x="1981610" y="4063164"/>
            <a:ext cx="270391" cy="2398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5F2DFFAB-CA80-4EB1-8FE0-8DFB143F396C}"/>
              </a:ext>
            </a:extLst>
          </p:cNvPr>
          <p:cNvCxnSpPr>
            <a:stCxn id="123" idx="3"/>
            <a:endCxn id="118" idx="1"/>
          </p:cNvCxnSpPr>
          <p:nvPr/>
        </p:nvCxnSpPr>
        <p:spPr>
          <a:xfrm flipV="1">
            <a:off x="1981609" y="4303029"/>
            <a:ext cx="270392" cy="1481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865CFB14-45C0-451A-8283-75700A70BAB4}"/>
              </a:ext>
            </a:extLst>
          </p:cNvPr>
          <p:cNvCxnSpPr>
            <a:stCxn id="131" idx="3"/>
            <a:endCxn id="137" idx="1"/>
          </p:cNvCxnSpPr>
          <p:nvPr/>
        </p:nvCxnSpPr>
        <p:spPr>
          <a:xfrm>
            <a:off x="1981610" y="5256971"/>
            <a:ext cx="270391" cy="1177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D00CE300-1BF0-48E4-9759-D5F9209D0D97}"/>
              </a:ext>
            </a:extLst>
          </p:cNvPr>
          <p:cNvCxnSpPr>
            <a:stCxn id="133" idx="3"/>
            <a:endCxn id="137" idx="1"/>
          </p:cNvCxnSpPr>
          <p:nvPr/>
        </p:nvCxnSpPr>
        <p:spPr>
          <a:xfrm flipV="1">
            <a:off x="1981610" y="5374763"/>
            <a:ext cx="270391" cy="2688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E6F2F20-95A0-4CF7-ACB0-5B1C8BE6AD28}"/>
              </a:ext>
            </a:extLst>
          </p:cNvPr>
          <p:cNvCxnSpPr>
            <a:stCxn id="130" idx="3"/>
            <a:endCxn id="134" idx="1"/>
          </p:cNvCxnSpPr>
          <p:nvPr/>
        </p:nvCxnSpPr>
        <p:spPr>
          <a:xfrm flipV="1">
            <a:off x="1981610" y="4847088"/>
            <a:ext cx="270391" cy="4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CC3F4204-3E8D-4E7D-9A07-75606587C795}"/>
              </a:ext>
            </a:extLst>
          </p:cNvPr>
          <p:cNvCxnSpPr>
            <a:cxnSpLocks/>
            <a:stCxn id="118" idx="3"/>
            <a:endCxn id="129" idx="1"/>
          </p:cNvCxnSpPr>
          <p:nvPr/>
        </p:nvCxnSpPr>
        <p:spPr>
          <a:xfrm>
            <a:off x="4285884" y="4303029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A5668CDF-8ED9-4E45-B483-61E3ACF8E8FB}"/>
              </a:ext>
            </a:extLst>
          </p:cNvPr>
          <p:cNvSpPr txBox="1"/>
          <p:nvPr/>
        </p:nvSpPr>
        <p:spPr>
          <a:xfrm>
            <a:off x="2627475" y="4173920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58A3021B-6BE2-487B-AA21-16C5203451CB}"/>
              </a:ext>
            </a:extLst>
          </p:cNvPr>
          <p:cNvCxnSpPr>
            <a:cxnSpLocks/>
          </p:cNvCxnSpPr>
          <p:nvPr/>
        </p:nvCxnSpPr>
        <p:spPr>
          <a:xfrm>
            <a:off x="4285884" y="4839058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B9C0FFDF-1B85-4727-8C04-32D38C16CFFB}"/>
              </a:ext>
            </a:extLst>
          </p:cNvPr>
          <p:cNvCxnSpPr>
            <a:cxnSpLocks/>
          </p:cNvCxnSpPr>
          <p:nvPr/>
        </p:nvCxnSpPr>
        <p:spPr>
          <a:xfrm>
            <a:off x="4285884" y="5362935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359796D7-6F80-46E1-9EC4-91D88C5951B2}"/>
              </a:ext>
            </a:extLst>
          </p:cNvPr>
          <p:cNvSpPr/>
          <p:nvPr/>
        </p:nvSpPr>
        <p:spPr>
          <a:xfrm>
            <a:off x="6522598" y="2351186"/>
            <a:ext cx="5449271" cy="3886098"/>
          </a:xfrm>
          <a:prstGeom prst="roundRect">
            <a:avLst/>
          </a:prstGeom>
          <a:noFill/>
          <a:ln>
            <a:solidFill>
              <a:srgbClr val="CE9B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D9A663A-7F8E-4DC0-875C-0B1E4D9A11F5}"/>
              </a:ext>
            </a:extLst>
          </p:cNvPr>
          <p:cNvSpPr txBox="1"/>
          <p:nvPr/>
        </p:nvSpPr>
        <p:spPr>
          <a:xfrm>
            <a:off x="8170977" y="2351186"/>
            <a:ext cx="21525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3. </a:t>
            </a:r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분석 및 브랜딩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5D6AD347-12BD-4D27-8E9D-E024A8A411F8}"/>
              </a:ext>
            </a:extLst>
          </p:cNvPr>
          <p:cNvSpPr/>
          <p:nvPr/>
        </p:nvSpPr>
        <p:spPr>
          <a:xfrm>
            <a:off x="6661110" y="3875875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1" name="그림 190">
            <a:extLst>
              <a:ext uri="{FF2B5EF4-FFF2-40B4-BE49-F238E27FC236}">
                <a16:creationId xmlns:a16="http://schemas.microsoft.com/office/drawing/2014/main" id="{0535AB93-28F6-4217-96B7-B21F80B7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661" y="3910187"/>
            <a:ext cx="333227" cy="333227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3E5A75DA-F7E8-4F79-AAC8-C59229A85376}"/>
              </a:ext>
            </a:extLst>
          </p:cNvPr>
          <p:cNvSpPr txBox="1"/>
          <p:nvPr/>
        </p:nvSpPr>
        <p:spPr>
          <a:xfrm>
            <a:off x="7016284" y="3972141"/>
            <a:ext cx="17510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en-US" altLang="ko-KR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DNA </a:t>
            </a:r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브랜딩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E0E24190-AE09-41F5-A68F-619245A4CF5A}"/>
              </a:ext>
            </a:extLst>
          </p:cNvPr>
          <p:cNvSpPr/>
          <p:nvPr/>
        </p:nvSpPr>
        <p:spPr>
          <a:xfrm>
            <a:off x="4438651" y="3823745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68EA0F01-3F4C-45BB-AFC1-2300FE65060D}"/>
              </a:ext>
            </a:extLst>
          </p:cNvPr>
          <p:cNvSpPr/>
          <p:nvPr/>
        </p:nvSpPr>
        <p:spPr>
          <a:xfrm>
            <a:off x="6661110" y="4611383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11080745-97E6-4A7F-A3E4-33B2455B7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661" y="4645695"/>
            <a:ext cx="333227" cy="333227"/>
          </a:xfrm>
          <a:prstGeom prst="rect">
            <a:avLst/>
          </a:prstGeom>
        </p:spPr>
      </p:pic>
      <p:sp>
        <p:nvSpPr>
          <p:cNvPr id="208" name="TextBox 207">
            <a:extLst>
              <a:ext uri="{FF2B5EF4-FFF2-40B4-BE49-F238E27FC236}">
                <a16:creationId xmlns:a16="http://schemas.microsoft.com/office/drawing/2014/main" id="{AE6FFBE0-1362-4879-9EB8-7A9EF1553BDC}"/>
              </a:ext>
            </a:extLst>
          </p:cNvPr>
          <p:cNvSpPr txBox="1"/>
          <p:nvPr/>
        </p:nvSpPr>
        <p:spPr>
          <a:xfrm>
            <a:off x="7022563" y="4709261"/>
            <a:ext cx="15831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en-US" altLang="ko-KR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DNA </a:t>
            </a:r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165" name="연결선: 꺾임 164">
            <a:extLst>
              <a:ext uri="{FF2B5EF4-FFF2-40B4-BE49-F238E27FC236}">
                <a16:creationId xmlns:a16="http://schemas.microsoft.com/office/drawing/2014/main" id="{A589F15E-A6CA-42C5-9736-1BCD27B9D993}"/>
              </a:ext>
            </a:extLst>
          </p:cNvPr>
          <p:cNvCxnSpPr>
            <a:cxnSpLocks/>
            <a:stCxn id="196" idx="3"/>
            <a:endCxn id="190" idx="1"/>
          </p:cNvCxnSpPr>
          <p:nvPr/>
        </p:nvCxnSpPr>
        <p:spPr>
          <a:xfrm flipV="1">
            <a:off x="6000614" y="4100563"/>
            <a:ext cx="660496" cy="737502"/>
          </a:xfrm>
          <a:prstGeom prst="bentConnector3">
            <a:avLst>
              <a:gd name="adj1" fmla="val 5512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5" name="순서도: 문서 214">
            <a:extLst>
              <a:ext uri="{FF2B5EF4-FFF2-40B4-BE49-F238E27FC236}">
                <a16:creationId xmlns:a16="http://schemas.microsoft.com/office/drawing/2014/main" id="{BB85AF5B-436E-40FC-8A2E-625B7B75FED6}"/>
              </a:ext>
            </a:extLst>
          </p:cNvPr>
          <p:cNvSpPr/>
          <p:nvPr/>
        </p:nvSpPr>
        <p:spPr>
          <a:xfrm>
            <a:off x="8889195" y="3875875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결과</a:t>
            </a:r>
          </a:p>
        </p:txBody>
      </p:sp>
      <p:sp>
        <p:nvSpPr>
          <p:cNvPr id="216" name="순서도: 문서 215">
            <a:extLst>
              <a:ext uri="{FF2B5EF4-FFF2-40B4-BE49-F238E27FC236}">
                <a16:creationId xmlns:a16="http://schemas.microsoft.com/office/drawing/2014/main" id="{080C3733-EDE0-47F6-B885-701CBE5516AA}"/>
              </a:ext>
            </a:extLst>
          </p:cNvPr>
          <p:cNvSpPr/>
          <p:nvPr/>
        </p:nvSpPr>
        <p:spPr>
          <a:xfrm>
            <a:off x="8889195" y="4618174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종합 분석 보고서</a:t>
            </a: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045605E7-686B-4B89-9508-5BB17C4963F9}"/>
              </a:ext>
            </a:extLst>
          </p:cNvPr>
          <p:cNvCxnSpPr>
            <a:stCxn id="190" idx="3"/>
            <a:endCxn id="215" idx="1"/>
          </p:cNvCxnSpPr>
          <p:nvPr/>
        </p:nvCxnSpPr>
        <p:spPr>
          <a:xfrm>
            <a:off x="8694993" y="4100563"/>
            <a:ext cx="1942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E7782F1-C34D-41AD-8F32-38E38C3AD5B7}"/>
              </a:ext>
            </a:extLst>
          </p:cNvPr>
          <p:cNvCxnSpPr>
            <a:stCxn id="197" idx="3"/>
            <a:endCxn id="216" idx="1"/>
          </p:cNvCxnSpPr>
          <p:nvPr/>
        </p:nvCxnSpPr>
        <p:spPr>
          <a:xfrm>
            <a:off x="8694993" y="4836071"/>
            <a:ext cx="194202" cy="6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7CF45FD6-8C3F-4811-88D3-5A767459BBFA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>
            <a:off x="3263901" y="1839626"/>
            <a:ext cx="714" cy="348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8" name="직선 화살표 연결선 227">
            <a:extLst>
              <a:ext uri="{FF2B5EF4-FFF2-40B4-BE49-F238E27FC236}">
                <a16:creationId xmlns:a16="http://schemas.microsoft.com/office/drawing/2014/main" id="{F905FA90-D8D3-44DE-932D-B32A89DE0E3B}"/>
              </a:ext>
            </a:extLst>
          </p:cNvPr>
          <p:cNvCxnSpPr>
            <a:stCxn id="196" idx="3"/>
            <a:endCxn id="197" idx="1"/>
          </p:cNvCxnSpPr>
          <p:nvPr/>
        </p:nvCxnSpPr>
        <p:spPr>
          <a:xfrm flipV="1">
            <a:off x="6000614" y="4836071"/>
            <a:ext cx="660496" cy="1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162FBFDE-9323-4AC4-B459-F96A6D464EFA}"/>
              </a:ext>
            </a:extLst>
          </p:cNvPr>
          <p:cNvCxnSpPr>
            <a:cxnSpLocks/>
            <a:stCxn id="5" idx="0"/>
            <a:endCxn id="197" idx="2"/>
          </p:cNvCxnSpPr>
          <p:nvPr/>
        </p:nvCxnSpPr>
        <p:spPr>
          <a:xfrm flipV="1">
            <a:off x="7676865" y="5060758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연결선: 꺾임 232">
            <a:extLst>
              <a:ext uri="{FF2B5EF4-FFF2-40B4-BE49-F238E27FC236}">
                <a16:creationId xmlns:a16="http://schemas.microsoft.com/office/drawing/2014/main" id="{5F15522C-05F0-4E9D-A79C-400537A0500B}"/>
              </a:ext>
            </a:extLst>
          </p:cNvPr>
          <p:cNvCxnSpPr>
            <a:cxnSpLocks/>
            <a:stCxn id="216" idx="2"/>
            <a:endCxn id="5" idx="3"/>
          </p:cNvCxnSpPr>
          <p:nvPr/>
        </p:nvCxnSpPr>
        <p:spPr>
          <a:xfrm rot="5400000">
            <a:off x="8392396" y="4587453"/>
            <a:ext cx="713205" cy="1613979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157090F4-C024-43F3-84B2-2A198FFDB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1722" y="5485902"/>
            <a:ext cx="530286" cy="530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4B411E-3538-443C-A549-BB2C371145AA}"/>
              </a:ext>
            </a:extLst>
          </p:cNvPr>
          <p:cNvSpPr txBox="1"/>
          <p:nvPr/>
        </p:nvSpPr>
        <p:spPr>
          <a:xfrm>
            <a:off x="6812686" y="5997462"/>
            <a:ext cx="15888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클러스터 업데이트</a:t>
            </a:r>
          </a:p>
        </p:txBody>
      </p:sp>
      <p:sp>
        <p:nvSpPr>
          <p:cNvPr id="72" name="순서도: 자기 디스크 71">
            <a:extLst>
              <a:ext uri="{FF2B5EF4-FFF2-40B4-BE49-F238E27FC236}">
                <a16:creationId xmlns:a16="http://schemas.microsoft.com/office/drawing/2014/main" id="{2F8B61B1-2C20-4296-B2A1-680B75EF0470}"/>
              </a:ext>
            </a:extLst>
          </p:cNvPr>
          <p:cNvSpPr/>
          <p:nvPr/>
        </p:nvSpPr>
        <p:spPr>
          <a:xfrm>
            <a:off x="7207874" y="2747654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이름</a:t>
            </a:r>
            <a:endParaRPr lang="ko-KR" altLang="en-US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915C46-CE6D-4022-A41E-AFBBC5B48BB4}"/>
              </a:ext>
            </a:extLst>
          </p:cNvPr>
          <p:cNvCxnSpPr>
            <a:stCxn id="72" idx="3"/>
            <a:endCxn id="190" idx="0"/>
          </p:cNvCxnSpPr>
          <p:nvPr/>
        </p:nvCxnSpPr>
        <p:spPr>
          <a:xfrm>
            <a:off x="7676865" y="3450731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7DEEB331-04C7-4257-B923-A78F64DD11A6}"/>
              </a:ext>
            </a:extLst>
          </p:cNvPr>
          <p:cNvCxnSpPr>
            <a:stCxn id="215" idx="0"/>
            <a:endCxn id="72" idx="4"/>
          </p:cNvCxnSpPr>
          <p:nvPr/>
        </p:nvCxnSpPr>
        <p:spPr>
          <a:xfrm rot="16200000" flipV="1">
            <a:off x="8462581" y="2782468"/>
            <a:ext cx="776682" cy="1410131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두루마리 모양: 가로로 말림 19">
            <a:extLst>
              <a:ext uri="{FF2B5EF4-FFF2-40B4-BE49-F238E27FC236}">
                <a16:creationId xmlns:a16="http://schemas.microsoft.com/office/drawing/2014/main" id="{7E6134F5-0347-4534-8A1F-87DF6A06E530}"/>
              </a:ext>
            </a:extLst>
          </p:cNvPr>
          <p:cNvSpPr/>
          <p:nvPr/>
        </p:nvSpPr>
        <p:spPr>
          <a:xfrm>
            <a:off x="10558807" y="4199094"/>
            <a:ext cx="1333583" cy="501702"/>
          </a:xfrm>
          <a:prstGeom prst="horizontalScroll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</a:t>
            </a:r>
            <a:endParaRPr lang="en-US" altLang="ko-KR" sz="11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 결과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194997C2-9D5F-4D3B-B516-7528513109FA}"/>
              </a:ext>
            </a:extLst>
          </p:cNvPr>
          <p:cNvCxnSpPr>
            <a:cxnSpLocks/>
            <a:stCxn id="215" idx="3"/>
            <a:endCxn id="20" idx="1"/>
          </p:cNvCxnSpPr>
          <p:nvPr/>
        </p:nvCxnSpPr>
        <p:spPr>
          <a:xfrm>
            <a:off x="10222778" y="4100563"/>
            <a:ext cx="336029" cy="34938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E3DDB2D8-C331-4558-962B-989A1ADFF6CE}"/>
              </a:ext>
            </a:extLst>
          </p:cNvPr>
          <p:cNvCxnSpPr>
            <a:cxnSpLocks/>
            <a:stCxn id="216" idx="3"/>
            <a:endCxn id="20" idx="1"/>
          </p:cNvCxnSpPr>
          <p:nvPr/>
        </p:nvCxnSpPr>
        <p:spPr>
          <a:xfrm flipV="1">
            <a:off x="10222778" y="4449945"/>
            <a:ext cx="336029" cy="39291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순서도: 자기 디스크 70">
            <a:extLst>
              <a:ext uri="{FF2B5EF4-FFF2-40B4-BE49-F238E27FC236}">
                <a16:creationId xmlns:a16="http://schemas.microsoft.com/office/drawing/2014/main" id="{C329DF56-272A-4603-8291-7290695307E6}"/>
              </a:ext>
            </a:extLst>
          </p:cNvPr>
          <p:cNvSpPr/>
          <p:nvPr/>
        </p:nvSpPr>
        <p:spPr>
          <a:xfrm>
            <a:off x="4817142" y="1035587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1-9</a:t>
            </a:r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호선 </a:t>
            </a:r>
            <a:endParaRPr lang="en-US" altLang="ko-KR" sz="10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역사 좌표</a:t>
            </a:r>
            <a:endParaRPr lang="ko-KR" altLang="en-US" sz="10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475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93;p36">
            <a:extLst>
              <a:ext uri="{FF2B5EF4-FFF2-40B4-BE49-F238E27FC236}">
                <a16:creationId xmlns:a16="http://schemas.microsoft.com/office/drawing/2014/main" id="{E300C54C-07BA-4281-87AB-8BA059F4AA84}"/>
              </a:ext>
            </a:extLst>
          </p:cNvPr>
          <p:cNvSpPr/>
          <p:nvPr/>
        </p:nvSpPr>
        <p:spPr>
          <a:xfrm rot="5400000">
            <a:off x="3434970" y="3304010"/>
            <a:ext cx="994744" cy="633360"/>
          </a:xfrm>
          <a:custGeom>
            <a:avLst/>
            <a:gdLst/>
            <a:ahLst/>
            <a:cxnLst/>
            <a:rect l="l" t="t" r="r" b="b"/>
            <a:pathLst>
              <a:path w="3429000" h="771525" extrusionOk="0">
                <a:moveTo>
                  <a:pt x="3429000" y="771525"/>
                </a:moveTo>
                <a:cubicBezTo>
                  <a:pt x="2314575" y="600075"/>
                  <a:pt x="2057400" y="257175"/>
                  <a:pt x="2057400" y="257175"/>
                </a:cubicBezTo>
                <a:lnTo>
                  <a:pt x="2400300" y="257175"/>
                </a:lnTo>
                <a:lnTo>
                  <a:pt x="1714500" y="0"/>
                </a:lnTo>
                <a:lnTo>
                  <a:pt x="1028700" y="257175"/>
                </a:lnTo>
                <a:lnTo>
                  <a:pt x="1371600" y="257175"/>
                </a:lnTo>
                <a:cubicBezTo>
                  <a:pt x="1371600" y="257175"/>
                  <a:pt x="1114425" y="600075"/>
                  <a:pt x="0" y="771525"/>
                </a:cubicBezTo>
              </a:path>
            </a:pathLst>
          </a:custGeom>
          <a:gradFill>
            <a:gsLst>
              <a:gs pos="0">
                <a:srgbClr val="FFFFFF">
                  <a:alpha val="0"/>
                </a:srgbClr>
              </a:gs>
              <a:gs pos="26549">
                <a:srgbClr val="4F81BD">
                  <a:alpha val="33725"/>
                </a:srgbClr>
              </a:gs>
              <a:gs pos="50000">
                <a:srgbClr val="4F81BD">
                  <a:alpha val="49803"/>
                </a:srgbClr>
              </a:gs>
              <a:gs pos="76106">
                <a:srgbClr val="4F81BD">
                  <a:alpha val="80000"/>
                </a:srgbClr>
              </a:gs>
              <a:gs pos="89381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417C4A6-03D1-417A-BBDC-A5A443DCC93B}"/>
              </a:ext>
            </a:extLst>
          </p:cNvPr>
          <p:cNvGrpSpPr/>
          <p:nvPr/>
        </p:nvGrpSpPr>
        <p:grpSpPr>
          <a:xfrm>
            <a:off x="131188" y="3029828"/>
            <a:ext cx="1337396" cy="1373305"/>
            <a:chOff x="711540" y="3239765"/>
            <a:chExt cx="2101977" cy="1950738"/>
          </a:xfrm>
        </p:grpSpPr>
        <p:pic>
          <p:nvPicPr>
            <p:cNvPr id="161" name="Image 177" descr="preencoded.png">
              <a:extLst>
                <a:ext uri="{FF2B5EF4-FFF2-40B4-BE49-F238E27FC236}">
                  <a16:creationId xmlns:a16="http://schemas.microsoft.com/office/drawing/2014/main" id="{D3C40A50-9908-4916-92AB-B1BCD933F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5496" y="3242985"/>
              <a:ext cx="2010217" cy="1835774"/>
            </a:xfrm>
            <a:prstGeom prst="rect">
              <a:avLst/>
            </a:prstGeom>
          </p:spPr>
        </p:pic>
        <p:pic>
          <p:nvPicPr>
            <p:cNvPr id="70" name="Image 125" descr="preencoded.png">
              <a:extLst>
                <a:ext uri="{FF2B5EF4-FFF2-40B4-BE49-F238E27FC236}">
                  <a16:creationId xmlns:a16="http://schemas.microsoft.com/office/drawing/2014/main" id="{5B0302EB-ADD6-45F2-9AE0-6C12E1D37E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623" y="3239765"/>
              <a:ext cx="465174" cy="564854"/>
            </a:xfrm>
            <a:prstGeom prst="rect">
              <a:avLst/>
            </a:prstGeom>
          </p:spPr>
        </p:pic>
        <p:pic>
          <p:nvPicPr>
            <p:cNvPr id="74" name="Image 126" descr="preencoded.png">
              <a:extLst>
                <a:ext uri="{FF2B5EF4-FFF2-40B4-BE49-F238E27FC236}">
                  <a16:creationId xmlns:a16="http://schemas.microsoft.com/office/drawing/2014/main" id="{BFA429C7-79C6-4D98-A26E-75C0A83B39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7792" y="5006427"/>
              <a:ext cx="49840" cy="74759"/>
            </a:xfrm>
            <a:prstGeom prst="rect">
              <a:avLst/>
            </a:prstGeom>
          </p:spPr>
        </p:pic>
        <p:pic>
          <p:nvPicPr>
            <p:cNvPr id="76" name="Image 127" descr="preencoded.png">
              <a:extLst>
                <a:ext uri="{FF2B5EF4-FFF2-40B4-BE49-F238E27FC236}">
                  <a16:creationId xmlns:a16="http://schemas.microsoft.com/office/drawing/2014/main" id="{B1F9BC49-F26B-4651-8A8C-1E73F1B47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81988" y="4724831"/>
              <a:ext cx="49840" cy="299040"/>
            </a:xfrm>
            <a:prstGeom prst="rect">
              <a:avLst/>
            </a:prstGeom>
          </p:spPr>
        </p:pic>
        <p:pic>
          <p:nvPicPr>
            <p:cNvPr id="77" name="Image 128" descr="preencoded.png">
              <a:extLst>
                <a:ext uri="{FF2B5EF4-FFF2-40B4-BE49-F238E27FC236}">
                  <a16:creationId xmlns:a16="http://schemas.microsoft.com/office/drawing/2014/main" id="{7B12F606-18BE-405F-A7CF-65006A74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533" y="3373586"/>
              <a:ext cx="1320762" cy="1370599"/>
            </a:xfrm>
            <a:prstGeom prst="rect">
              <a:avLst/>
            </a:prstGeom>
          </p:spPr>
        </p:pic>
        <p:pic>
          <p:nvPicPr>
            <p:cNvPr id="78" name="Image 129" descr="preencoded.png">
              <a:extLst>
                <a:ext uri="{FF2B5EF4-FFF2-40B4-BE49-F238E27FC236}">
                  <a16:creationId xmlns:a16="http://schemas.microsoft.com/office/drawing/2014/main" id="{4C6DA928-FCAA-44BA-A8EC-6DA1EE8C1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32354" y="4542969"/>
              <a:ext cx="232587" cy="199360"/>
            </a:xfrm>
            <a:prstGeom prst="rect">
              <a:avLst/>
            </a:prstGeom>
          </p:spPr>
        </p:pic>
        <p:pic>
          <p:nvPicPr>
            <p:cNvPr id="79" name="Image 130" descr="preencoded.png">
              <a:extLst>
                <a:ext uri="{FF2B5EF4-FFF2-40B4-BE49-F238E27FC236}">
                  <a16:creationId xmlns:a16="http://schemas.microsoft.com/office/drawing/2014/main" id="{23553249-CAF1-4F91-9318-68E44551F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490" y="4726409"/>
              <a:ext cx="315654" cy="16614"/>
            </a:xfrm>
            <a:prstGeom prst="rect">
              <a:avLst/>
            </a:prstGeom>
          </p:spPr>
        </p:pic>
        <p:pic>
          <p:nvPicPr>
            <p:cNvPr id="80" name="Image 131" descr="preencoded.png">
              <a:extLst>
                <a:ext uri="{FF2B5EF4-FFF2-40B4-BE49-F238E27FC236}">
                  <a16:creationId xmlns:a16="http://schemas.microsoft.com/office/drawing/2014/main" id="{16D13EEA-B4CA-4DEA-B9C6-22E327085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22471" y="4394309"/>
              <a:ext cx="564854" cy="348880"/>
            </a:xfrm>
            <a:prstGeom prst="rect">
              <a:avLst/>
            </a:prstGeom>
          </p:spPr>
        </p:pic>
        <p:pic>
          <p:nvPicPr>
            <p:cNvPr id="81" name="Image 132" descr="preencoded.png">
              <a:extLst>
                <a:ext uri="{FF2B5EF4-FFF2-40B4-BE49-F238E27FC236}">
                  <a16:creationId xmlns:a16="http://schemas.microsoft.com/office/drawing/2014/main" id="{5FE004F3-0BA1-4AA9-B0D2-784BEB832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22921" y="3760926"/>
              <a:ext cx="16614" cy="647920"/>
            </a:xfrm>
            <a:prstGeom prst="rect">
              <a:avLst/>
            </a:prstGeom>
          </p:spPr>
        </p:pic>
        <p:pic>
          <p:nvPicPr>
            <p:cNvPr id="87" name="Image 133" descr="preencoded.png">
              <a:extLst>
                <a:ext uri="{FF2B5EF4-FFF2-40B4-BE49-F238E27FC236}">
                  <a16:creationId xmlns:a16="http://schemas.microsoft.com/office/drawing/2014/main" id="{8885FCCD-1709-478F-858A-A3B9E8625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11540" y="4376955"/>
              <a:ext cx="24919" cy="33228"/>
            </a:xfrm>
            <a:prstGeom prst="rect">
              <a:avLst/>
            </a:prstGeom>
          </p:spPr>
        </p:pic>
        <p:pic>
          <p:nvPicPr>
            <p:cNvPr id="89" name="Image 134" descr="preencoded.png">
              <a:extLst>
                <a:ext uri="{FF2B5EF4-FFF2-40B4-BE49-F238E27FC236}">
                  <a16:creationId xmlns:a16="http://schemas.microsoft.com/office/drawing/2014/main" id="{633F37C7-73FB-4297-882E-52799F58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57940" y="3250730"/>
              <a:ext cx="1221082" cy="1885613"/>
            </a:xfrm>
            <a:prstGeom prst="rect">
              <a:avLst/>
            </a:prstGeom>
          </p:spPr>
        </p:pic>
        <p:pic>
          <p:nvPicPr>
            <p:cNvPr id="90" name="Image 135" descr="preencoded.png">
              <a:extLst>
                <a:ext uri="{FF2B5EF4-FFF2-40B4-BE49-F238E27FC236}">
                  <a16:creationId xmlns:a16="http://schemas.microsoft.com/office/drawing/2014/main" id="{632F1989-8432-4326-BD02-A55B1AA9F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50296" y="4243642"/>
              <a:ext cx="647921" cy="689453"/>
            </a:xfrm>
            <a:prstGeom prst="rect">
              <a:avLst/>
            </a:prstGeom>
          </p:spPr>
        </p:pic>
        <p:pic>
          <p:nvPicPr>
            <p:cNvPr id="92" name="Image 136" descr="preencoded.png">
              <a:extLst>
                <a:ext uri="{FF2B5EF4-FFF2-40B4-BE49-F238E27FC236}">
                  <a16:creationId xmlns:a16="http://schemas.microsoft.com/office/drawing/2014/main" id="{28340877-C637-477D-9841-C612758EB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681262" y="4531098"/>
              <a:ext cx="33227" cy="33228"/>
            </a:xfrm>
            <a:prstGeom prst="rect">
              <a:avLst/>
            </a:prstGeom>
          </p:spPr>
        </p:pic>
        <p:pic>
          <p:nvPicPr>
            <p:cNvPr id="93" name="Image 137" descr="preencoded.png">
              <a:extLst>
                <a:ext uri="{FF2B5EF4-FFF2-40B4-BE49-F238E27FC236}">
                  <a16:creationId xmlns:a16="http://schemas.microsoft.com/office/drawing/2014/main" id="{1ACF3A6A-977E-47C7-BB97-7307C53F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616636" y="4311326"/>
              <a:ext cx="24919" cy="49840"/>
            </a:xfrm>
            <a:prstGeom prst="rect">
              <a:avLst/>
            </a:prstGeom>
          </p:spPr>
        </p:pic>
        <p:pic>
          <p:nvPicPr>
            <p:cNvPr id="94" name="Image 138" descr="preencoded.png">
              <a:extLst>
                <a:ext uri="{FF2B5EF4-FFF2-40B4-BE49-F238E27FC236}">
                  <a16:creationId xmlns:a16="http://schemas.microsoft.com/office/drawing/2014/main" id="{0284BFA7-1382-4A37-9E70-0CC01FF3B9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06579" y="3373588"/>
              <a:ext cx="1295843" cy="1187853"/>
            </a:xfrm>
            <a:prstGeom prst="rect">
              <a:avLst/>
            </a:prstGeom>
          </p:spPr>
        </p:pic>
        <p:pic>
          <p:nvPicPr>
            <p:cNvPr id="95" name="Image 139" descr="preencoded.png">
              <a:extLst>
                <a:ext uri="{FF2B5EF4-FFF2-40B4-BE49-F238E27FC236}">
                  <a16:creationId xmlns:a16="http://schemas.microsoft.com/office/drawing/2014/main" id="{A5A8E798-DF16-4EC6-B4E3-4AE2E9AE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169571" y="4531536"/>
              <a:ext cx="58146" cy="24919"/>
            </a:xfrm>
            <a:prstGeom prst="rect">
              <a:avLst/>
            </a:prstGeom>
          </p:spPr>
        </p:pic>
        <p:pic>
          <p:nvPicPr>
            <p:cNvPr id="97" name="Image 140" descr="preencoded.png">
              <a:extLst>
                <a:ext uri="{FF2B5EF4-FFF2-40B4-BE49-F238E27FC236}">
                  <a16:creationId xmlns:a16="http://schemas.microsoft.com/office/drawing/2014/main" id="{BBD39C63-BB15-4D1F-8399-B24AEFF40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931125" y="5115744"/>
              <a:ext cx="41534" cy="74759"/>
            </a:xfrm>
            <a:prstGeom prst="rect">
              <a:avLst/>
            </a:prstGeom>
          </p:spPr>
        </p:pic>
        <p:pic>
          <p:nvPicPr>
            <p:cNvPr id="98" name="Image 141" descr="preencoded.png">
              <a:extLst>
                <a:ext uri="{FF2B5EF4-FFF2-40B4-BE49-F238E27FC236}">
                  <a16:creationId xmlns:a16="http://schemas.microsoft.com/office/drawing/2014/main" id="{BADD0B08-E39A-4E2F-8AC7-E7E98BA1F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62909" y="4110887"/>
              <a:ext cx="1121402" cy="440253"/>
            </a:xfrm>
            <a:prstGeom prst="rect">
              <a:avLst/>
            </a:prstGeom>
          </p:spPr>
        </p:pic>
        <p:pic>
          <p:nvPicPr>
            <p:cNvPr id="99" name="Image 142" descr="preencoded.png">
              <a:extLst>
                <a:ext uri="{FF2B5EF4-FFF2-40B4-BE49-F238E27FC236}">
                  <a16:creationId xmlns:a16="http://schemas.microsoft.com/office/drawing/2014/main" id="{599B9C52-07B0-47CD-ADBC-5DE14893F6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76617" y="4124591"/>
              <a:ext cx="946961" cy="299040"/>
            </a:xfrm>
            <a:prstGeom prst="rect">
              <a:avLst/>
            </a:prstGeom>
          </p:spPr>
        </p:pic>
        <p:pic>
          <p:nvPicPr>
            <p:cNvPr id="100" name="Image 143" descr="preencoded.png">
              <a:extLst>
                <a:ext uri="{FF2B5EF4-FFF2-40B4-BE49-F238E27FC236}">
                  <a16:creationId xmlns:a16="http://schemas.microsoft.com/office/drawing/2014/main" id="{A6943B1B-497F-4E69-86B4-EC6AD387E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727861" y="4309735"/>
              <a:ext cx="41534" cy="58147"/>
            </a:xfrm>
            <a:prstGeom prst="rect">
              <a:avLst/>
            </a:prstGeom>
          </p:spPr>
        </p:pic>
        <p:pic>
          <p:nvPicPr>
            <p:cNvPr id="101" name="Image 144" descr="preencoded.png">
              <a:extLst>
                <a:ext uri="{FF2B5EF4-FFF2-40B4-BE49-F238E27FC236}">
                  <a16:creationId xmlns:a16="http://schemas.microsoft.com/office/drawing/2014/main" id="{F13F2558-7829-45C5-B9A8-AAC802047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612743" y="4229726"/>
              <a:ext cx="132907" cy="99681"/>
            </a:xfrm>
            <a:prstGeom prst="rect">
              <a:avLst/>
            </a:prstGeom>
          </p:spPr>
        </p:pic>
        <p:pic>
          <p:nvPicPr>
            <p:cNvPr id="102" name="Image 145" descr="preencoded.png">
              <a:extLst>
                <a:ext uri="{FF2B5EF4-FFF2-40B4-BE49-F238E27FC236}">
                  <a16:creationId xmlns:a16="http://schemas.microsoft.com/office/drawing/2014/main" id="{7AA41B57-C16F-448B-A2DA-87FE63A88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330636" y="4309499"/>
              <a:ext cx="315654" cy="58147"/>
            </a:xfrm>
            <a:prstGeom prst="rect">
              <a:avLst/>
            </a:prstGeom>
          </p:spPr>
        </p:pic>
        <p:pic>
          <p:nvPicPr>
            <p:cNvPr id="103" name="Image 146" descr="preencoded.png">
              <a:extLst>
                <a:ext uri="{FF2B5EF4-FFF2-40B4-BE49-F238E27FC236}">
                  <a16:creationId xmlns:a16="http://schemas.microsoft.com/office/drawing/2014/main" id="{C8A612EC-53CE-45B1-B1F7-83BDF65C62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628680" y="4348457"/>
              <a:ext cx="33227" cy="58147"/>
            </a:xfrm>
            <a:prstGeom prst="rect">
              <a:avLst/>
            </a:prstGeom>
          </p:spPr>
        </p:pic>
        <p:pic>
          <p:nvPicPr>
            <p:cNvPr id="104" name="Image 181" descr="preencoded.png">
              <a:extLst>
                <a:ext uri="{FF2B5EF4-FFF2-40B4-BE49-F238E27FC236}">
                  <a16:creationId xmlns:a16="http://schemas.microsoft.com/office/drawing/2014/main" id="{D1AD518B-EF0A-4355-88B8-FBA3208CD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99687" y="3377741"/>
              <a:ext cx="1312456" cy="1179547"/>
            </a:xfrm>
            <a:prstGeom prst="rect">
              <a:avLst/>
            </a:prstGeom>
          </p:spPr>
        </p:pic>
        <p:pic>
          <p:nvPicPr>
            <p:cNvPr id="105" name="Image 203" descr="preencoded.png">
              <a:extLst>
                <a:ext uri="{FF2B5EF4-FFF2-40B4-BE49-F238E27FC236}">
                  <a16:creationId xmlns:a16="http://schemas.microsoft.com/office/drawing/2014/main" id="{A1E109B1-09FB-4B51-9A80-7B46DEF07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715692" y="3765081"/>
              <a:ext cx="16614" cy="639613"/>
            </a:xfrm>
            <a:prstGeom prst="rect">
              <a:avLst/>
            </a:prstGeom>
          </p:spPr>
        </p:pic>
        <p:pic>
          <p:nvPicPr>
            <p:cNvPr id="106" name="Image 229" descr="preencoded.png">
              <a:extLst>
                <a:ext uri="{FF2B5EF4-FFF2-40B4-BE49-F238E27FC236}">
                  <a16:creationId xmlns:a16="http://schemas.microsoft.com/office/drawing/2014/main" id="{788BDD3B-1D42-41F6-9508-FF3E95503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1067062" y="4115041"/>
              <a:ext cx="971882" cy="299040"/>
            </a:xfrm>
            <a:prstGeom prst="rect">
              <a:avLst/>
            </a:prstGeom>
          </p:spPr>
        </p:pic>
        <p:pic>
          <p:nvPicPr>
            <p:cNvPr id="107" name="Image 239" descr="preencoded.png">
              <a:extLst>
                <a:ext uri="{FF2B5EF4-FFF2-40B4-BE49-F238E27FC236}">
                  <a16:creationId xmlns:a16="http://schemas.microsoft.com/office/drawing/2014/main" id="{FF530A9A-B272-43C6-8250-B5E061B03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1334789" y="4233882"/>
              <a:ext cx="897121" cy="897120"/>
            </a:xfrm>
            <a:prstGeom prst="rect">
              <a:avLst/>
            </a:prstGeom>
          </p:spPr>
        </p:pic>
        <p:pic>
          <p:nvPicPr>
            <p:cNvPr id="109" name="Image 240" descr="preencoded.png">
              <a:extLst>
                <a:ext uri="{FF2B5EF4-FFF2-40B4-BE49-F238E27FC236}">
                  <a16:creationId xmlns:a16="http://schemas.microsoft.com/office/drawing/2014/main" id="{FB255FED-557E-4E67-9CEC-E597E5199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715692" y="4381111"/>
              <a:ext cx="573161" cy="373801"/>
            </a:xfrm>
            <a:prstGeom prst="rect">
              <a:avLst/>
            </a:prstGeom>
          </p:spPr>
        </p:pic>
        <p:pic>
          <p:nvPicPr>
            <p:cNvPr id="110" name="Image 242" descr="preencoded.png">
              <a:extLst>
                <a:ext uri="{FF2B5EF4-FFF2-40B4-BE49-F238E27FC236}">
                  <a16:creationId xmlns:a16="http://schemas.microsoft.com/office/drawing/2014/main" id="{169EA737-650D-4603-A6D8-39FB1D818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173723" y="4535255"/>
              <a:ext cx="531627" cy="24919"/>
            </a:xfrm>
            <a:prstGeom prst="rect">
              <a:avLst/>
            </a:prstGeom>
          </p:spPr>
        </p:pic>
        <p:pic>
          <p:nvPicPr>
            <p:cNvPr id="111" name="Image 244" descr="preencoded.png">
              <a:extLst>
                <a:ext uri="{FF2B5EF4-FFF2-40B4-BE49-F238E27FC236}">
                  <a16:creationId xmlns:a16="http://schemas.microsoft.com/office/drawing/2014/main" id="{46A80A47-0B8D-4235-B71B-87DB61E9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1244744" y="4730565"/>
              <a:ext cx="365494" cy="24919"/>
            </a:xfrm>
            <a:prstGeom prst="rect">
              <a:avLst/>
            </a:prstGeom>
          </p:spPr>
        </p:pic>
        <p:pic>
          <p:nvPicPr>
            <p:cNvPr id="112" name="Image 251" descr="preencoded.png">
              <a:extLst>
                <a:ext uri="{FF2B5EF4-FFF2-40B4-BE49-F238E27FC236}">
                  <a16:creationId xmlns:a16="http://schemas.microsoft.com/office/drawing/2014/main" id="{9CF450BE-0443-462B-A1D6-DB8C25AC7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1701031" y="4911899"/>
              <a:ext cx="265814" cy="274121"/>
            </a:xfrm>
            <a:prstGeom prst="rect">
              <a:avLst/>
            </a:prstGeom>
          </p:spPr>
        </p:pic>
        <p:pic>
          <p:nvPicPr>
            <p:cNvPr id="113" name="Image 253" descr="preencoded.png">
              <a:extLst>
                <a:ext uri="{FF2B5EF4-FFF2-40B4-BE49-F238E27FC236}">
                  <a16:creationId xmlns:a16="http://schemas.microsoft.com/office/drawing/2014/main" id="{718CCB19-E167-46AD-AD92-02D9CE698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1935279" y="5010582"/>
              <a:ext cx="323961" cy="174439"/>
            </a:xfrm>
            <a:prstGeom prst="rect">
              <a:avLst/>
            </a:prstGeom>
          </p:spPr>
        </p:pic>
        <p:sp>
          <p:nvSpPr>
            <p:cNvPr id="114" name="Shape 9">
              <a:extLst>
                <a:ext uri="{FF2B5EF4-FFF2-40B4-BE49-F238E27FC236}">
                  <a16:creationId xmlns:a16="http://schemas.microsoft.com/office/drawing/2014/main" id="{F0AA134B-870C-456B-ABC9-A2001C3C1AA4}"/>
                </a:ext>
              </a:extLst>
            </p:cNvPr>
            <p:cNvSpPr/>
            <p:nvPr/>
          </p:nvSpPr>
          <p:spPr>
            <a:xfrm rot="13302000">
              <a:off x="1001110" y="3537312"/>
              <a:ext cx="111142" cy="104332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15" name="Shape 10">
              <a:extLst>
                <a:ext uri="{FF2B5EF4-FFF2-40B4-BE49-F238E27FC236}">
                  <a16:creationId xmlns:a16="http://schemas.microsoft.com/office/drawing/2014/main" id="{B838D7DF-E901-4F6E-954E-ECF1DAF17E36}"/>
                </a:ext>
              </a:extLst>
            </p:cNvPr>
            <p:cNvSpPr/>
            <p:nvPr/>
          </p:nvSpPr>
          <p:spPr>
            <a:xfrm>
              <a:off x="1162924" y="3537394"/>
              <a:ext cx="932010" cy="36218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16" name="Shape 11">
              <a:extLst>
                <a:ext uri="{FF2B5EF4-FFF2-40B4-BE49-F238E27FC236}">
                  <a16:creationId xmlns:a16="http://schemas.microsoft.com/office/drawing/2014/main" id="{0D16C1AB-335E-43F7-ADB4-A3B11020E9C3}"/>
                </a:ext>
              </a:extLst>
            </p:cNvPr>
            <p:cNvSpPr/>
            <p:nvPr/>
          </p:nvSpPr>
          <p:spPr>
            <a:xfrm rot="21588000">
              <a:off x="1159436" y="3600693"/>
              <a:ext cx="454873" cy="36881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17" name="Shape 16">
              <a:extLst>
                <a:ext uri="{FF2B5EF4-FFF2-40B4-BE49-F238E27FC236}">
                  <a16:creationId xmlns:a16="http://schemas.microsoft.com/office/drawing/2014/main" id="{D8C5C000-ECA7-491F-A4A2-AD8680EA0915}"/>
                </a:ext>
              </a:extLst>
            </p:cNvPr>
            <p:cNvSpPr/>
            <p:nvPr/>
          </p:nvSpPr>
          <p:spPr>
            <a:xfrm rot="17760000">
              <a:off x="1003685" y="3710755"/>
              <a:ext cx="105329" cy="101840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20" name="Shape 17">
              <a:extLst>
                <a:ext uri="{FF2B5EF4-FFF2-40B4-BE49-F238E27FC236}">
                  <a16:creationId xmlns:a16="http://schemas.microsoft.com/office/drawing/2014/main" id="{E8DAA706-9A87-42AC-B095-E12C06277A6B}"/>
                </a:ext>
              </a:extLst>
            </p:cNvPr>
            <p:cNvSpPr/>
            <p:nvPr/>
          </p:nvSpPr>
          <p:spPr>
            <a:xfrm>
              <a:off x="1160433" y="3709924"/>
              <a:ext cx="931512" cy="36052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21" name="Shape 18">
              <a:extLst>
                <a:ext uri="{FF2B5EF4-FFF2-40B4-BE49-F238E27FC236}">
                  <a16:creationId xmlns:a16="http://schemas.microsoft.com/office/drawing/2014/main" id="{191F42B0-F8F3-4446-BC06-284CAC2BE0D4}"/>
                </a:ext>
              </a:extLst>
            </p:cNvPr>
            <p:cNvSpPr/>
            <p:nvPr/>
          </p:nvSpPr>
          <p:spPr>
            <a:xfrm>
              <a:off x="1163672" y="3772389"/>
              <a:ext cx="720688" cy="35719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24" name="Shape 23">
              <a:extLst>
                <a:ext uri="{FF2B5EF4-FFF2-40B4-BE49-F238E27FC236}">
                  <a16:creationId xmlns:a16="http://schemas.microsoft.com/office/drawing/2014/main" id="{6825D910-9D97-4583-9665-9A4508DE1211}"/>
                </a:ext>
              </a:extLst>
            </p:cNvPr>
            <p:cNvSpPr/>
            <p:nvPr/>
          </p:nvSpPr>
          <p:spPr>
            <a:xfrm rot="21594000">
              <a:off x="804076" y="3856787"/>
              <a:ext cx="28243" cy="263653"/>
            </a:xfrm>
            <a:prstGeom prst="roundRect">
              <a:avLst/>
            </a:prstGeom>
            <a:solidFill>
              <a:srgbClr val="373736"/>
            </a:solidFill>
            <a:ln/>
          </p:spPr>
        </p:sp>
        <p:sp>
          <p:nvSpPr>
            <p:cNvPr id="125" name="Shape 24">
              <a:extLst>
                <a:ext uri="{FF2B5EF4-FFF2-40B4-BE49-F238E27FC236}">
                  <a16:creationId xmlns:a16="http://schemas.microsoft.com/office/drawing/2014/main" id="{5FC439D8-E0EE-49C9-A0D3-FE36C445E00A}"/>
                </a:ext>
              </a:extLst>
            </p:cNvPr>
            <p:cNvSpPr/>
            <p:nvPr/>
          </p:nvSpPr>
          <p:spPr>
            <a:xfrm rot="15420000">
              <a:off x="1003353" y="3879796"/>
              <a:ext cx="108652" cy="104830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26" name="Shape 25">
              <a:extLst>
                <a:ext uri="{FF2B5EF4-FFF2-40B4-BE49-F238E27FC236}">
                  <a16:creationId xmlns:a16="http://schemas.microsoft.com/office/drawing/2014/main" id="{499EEBD7-AD9F-4961-BB8D-EDCA21FB7ECE}"/>
                </a:ext>
              </a:extLst>
            </p:cNvPr>
            <p:cNvSpPr/>
            <p:nvPr/>
          </p:nvSpPr>
          <p:spPr>
            <a:xfrm>
              <a:off x="1162093" y="3914850"/>
              <a:ext cx="592599" cy="37047"/>
            </a:xfrm>
            <a:prstGeom prst="roundRect">
              <a:avLst/>
            </a:prstGeom>
            <a:solidFill>
              <a:srgbClr val="C8D1E4"/>
            </a:solidFill>
            <a:ln/>
          </p:spPr>
        </p:sp>
        <p:pic>
          <p:nvPicPr>
            <p:cNvPr id="127" name="Image 386" descr="preencoded.png">
              <a:extLst>
                <a:ext uri="{FF2B5EF4-FFF2-40B4-BE49-F238E27FC236}">
                  <a16:creationId xmlns:a16="http://schemas.microsoft.com/office/drawing/2014/main" id="{46470289-3A32-445B-89E2-B58B5A35A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2225950" y="3928439"/>
              <a:ext cx="124601" cy="124601"/>
            </a:xfrm>
            <a:prstGeom prst="rect">
              <a:avLst/>
            </a:prstGeom>
          </p:spPr>
        </p:pic>
        <p:sp>
          <p:nvSpPr>
            <p:cNvPr id="128" name="Shape 33">
              <a:extLst>
                <a:ext uri="{FF2B5EF4-FFF2-40B4-BE49-F238E27FC236}">
                  <a16:creationId xmlns:a16="http://schemas.microsoft.com/office/drawing/2014/main" id="{B4B11505-C5D0-48E1-8099-E53E9FE0A61B}"/>
                </a:ext>
              </a:extLst>
            </p:cNvPr>
            <p:cNvSpPr/>
            <p:nvPr/>
          </p:nvSpPr>
          <p:spPr>
            <a:xfrm rot="72000">
              <a:off x="1105691" y="4165296"/>
              <a:ext cx="87386" cy="49840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32" name="Shape 34">
              <a:extLst>
                <a:ext uri="{FF2B5EF4-FFF2-40B4-BE49-F238E27FC236}">
                  <a16:creationId xmlns:a16="http://schemas.microsoft.com/office/drawing/2014/main" id="{3F5E0202-4356-4E59-9137-D47FC8C00814}"/>
                </a:ext>
              </a:extLst>
            </p:cNvPr>
            <p:cNvSpPr/>
            <p:nvPr/>
          </p:nvSpPr>
          <p:spPr>
            <a:xfrm rot="21570000">
              <a:off x="1679848" y="4165131"/>
              <a:ext cx="85227" cy="49674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2" name="Shape 35">
              <a:extLst>
                <a:ext uri="{FF2B5EF4-FFF2-40B4-BE49-F238E27FC236}">
                  <a16:creationId xmlns:a16="http://schemas.microsoft.com/office/drawing/2014/main" id="{AE778B23-7582-4133-89F2-D1C904DC2724}"/>
                </a:ext>
              </a:extLst>
            </p:cNvPr>
            <p:cNvSpPr/>
            <p:nvPr/>
          </p:nvSpPr>
          <p:spPr>
            <a:xfrm rot="21588000">
              <a:off x="1906038" y="4164963"/>
              <a:ext cx="87055" cy="50837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4" name="Shape 36">
              <a:extLst>
                <a:ext uri="{FF2B5EF4-FFF2-40B4-BE49-F238E27FC236}">
                  <a16:creationId xmlns:a16="http://schemas.microsoft.com/office/drawing/2014/main" id="{36767359-071C-4A24-A833-CA79DC9563D8}"/>
                </a:ext>
              </a:extLst>
            </p:cNvPr>
            <p:cNvSpPr/>
            <p:nvPr/>
          </p:nvSpPr>
          <p:spPr>
            <a:xfrm rot="24000">
              <a:off x="1220156" y="4167040"/>
              <a:ext cx="86223" cy="49175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D3D72F8A-3E2E-4D26-BAD3-741B3FBA4341}"/>
                </a:ext>
              </a:extLst>
            </p:cNvPr>
            <p:cNvSpPr/>
            <p:nvPr/>
          </p:nvSpPr>
          <p:spPr>
            <a:xfrm rot="12000">
              <a:off x="1336200" y="4166541"/>
              <a:ext cx="84230" cy="48677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6" name="Shape 38">
              <a:extLst>
                <a:ext uri="{FF2B5EF4-FFF2-40B4-BE49-F238E27FC236}">
                  <a16:creationId xmlns:a16="http://schemas.microsoft.com/office/drawing/2014/main" id="{D733C84C-A276-4051-B253-470609401D76}"/>
                </a:ext>
              </a:extLst>
            </p:cNvPr>
            <p:cNvSpPr/>
            <p:nvPr/>
          </p:nvSpPr>
          <p:spPr>
            <a:xfrm rot="24000">
              <a:off x="1450998" y="4165960"/>
              <a:ext cx="85227" cy="4900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7" name="Shape 39">
              <a:extLst>
                <a:ext uri="{FF2B5EF4-FFF2-40B4-BE49-F238E27FC236}">
                  <a16:creationId xmlns:a16="http://schemas.microsoft.com/office/drawing/2014/main" id="{5138B95A-7D20-4337-A710-F17FD989087A}"/>
                </a:ext>
              </a:extLst>
            </p:cNvPr>
            <p:cNvSpPr/>
            <p:nvPr/>
          </p:nvSpPr>
          <p:spPr>
            <a:xfrm rot="18000">
              <a:off x="1565217" y="4166127"/>
              <a:ext cx="85393" cy="495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8" name="Shape 40">
              <a:extLst>
                <a:ext uri="{FF2B5EF4-FFF2-40B4-BE49-F238E27FC236}">
                  <a16:creationId xmlns:a16="http://schemas.microsoft.com/office/drawing/2014/main" id="{17C918A3-6406-4835-A4DF-1BBD8F733509}"/>
                </a:ext>
              </a:extLst>
            </p:cNvPr>
            <p:cNvSpPr/>
            <p:nvPr/>
          </p:nvSpPr>
          <p:spPr>
            <a:xfrm rot="84000">
              <a:off x="1793318" y="4165546"/>
              <a:ext cx="86223" cy="50172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9" name="Shape 45">
              <a:extLst>
                <a:ext uri="{FF2B5EF4-FFF2-40B4-BE49-F238E27FC236}">
                  <a16:creationId xmlns:a16="http://schemas.microsoft.com/office/drawing/2014/main" id="{6F295352-1D54-4B4A-8400-7DCB555DDE47}"/>
                </a:ext>
              </a:extLst>
            </p:cNvPr>
            <p:cNvSpPr/>
            <p:nvPr/>
          </p:nvSpPr>
          <p:spPr>
            <a:xfrm rot="21534000">
              <a:off x="1108847" y="4236983"/>
              <a:ext cx="141878" cy="52001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0" name="Shape 46">
              <a:extLst>
                <a:ext uri="{FF2B5EF4-FFF2-40B4-BE49-F238E27FC236}">
                  <a16:creationId xmlns:a16="http://schemas.microsoft.com/office/drawing/2014/main" id="{2417412E-85AF-49D7-8AF3-9CD13667732A}"/>
                </a:ext>
              </a:extLst>
            </p:cNvPr>
            <p:cNvSpPr/>
            <p:nvPr/>
          </p:nvSpPr>
          <p:spPr>
            <a:xfrm rot="30000">
              <a:off x="1276726" y="4237563"/>
              <a:ext cx="87055" cy="52165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1" name="Shape 47">
              <a:extLst>
                <a:ext uri="{FF2B5EF4-FFF2-40B4-BE49-F238E27FC236}">
                  <a16:creationId xmlns:a16="http://schemas.microsoft.com/office/drawing/2014/main" id="{724531BC-25A1-4599-BF67-35F07534BDFD}"/>
                </a:ext>
              </a:extLst>
            </p:cNvPr>
            <p:cNvSpPr/>
            <p:nvPr/>
          </p:nvSpPr>
          <p:spPr>
            <a:xfrm rot="12000">
              <a:off x="1845816" y="4237813"/>
              <a:ext cx="146862" cy="50671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2" name="Shape 48">
              <a:extLst>
                <a:ext uri="{FF2B5EF4-FFF2-40B4-BE49-F238E27FC236}">
                  <a16:creationId xmlns:a16="http://schemas.microsoft.com/office/drawing/2014/main" id="{4FCC6473-54E8-4138-B41D-1C1C3EAFED34}"/>
                </a:ext>
              </a:extLst>
            </p:cNvPr>
            <p:cNvSpPr/>
            <p:nvPr/>
          </p:nvSpPr>
          <p:spPr>
            <a:xfrm rot="36000">
              <a:off x="1389529" y="4239808"/>
              <a:ext cx="85227" cy="5033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3" name="Shape 49">
              <a:extLst>
                <a:ext uri="{FF2B5EF4-FFF2-40B4-BE49-F238E27FC236}">
                  <a16:creationId xmlns:a16="http://schemas.microsoft.com/office/drawing/2014/main" id="{22C7A6C3-D0AA-4BB7-921C-4D794C48C9F6}"/>
                </a:ext>
              </a:extLst>
            </p:cNvPr>
            <p:cNvSpPr/>
            <p:nvPr/>
          </p:nvSpPr>
          <p:spPr>
            <a:xfrm rot="21552000">
              <a:off x="1503165" y="4239640"/>
              <a:ext cx="84395" cy="5033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4" name="Shape 50">
              <a:extLst>
                <a:ext uri="{FF2B5EF4-FFF2-40B4-BE49-F238E27FC236}">
                  <a16:creationId xmlns:a16="http://schemas.microsoft.com/office/drawing/2014/main" id="{E1080A48-A771-4ACC-8F09-73AB97432532}"/>
                </a:ext>
              </a:extLst>
            </p:cNvPr>
            <p:cNvSpPr/>
            <p:nvPr/>
          </p:nvSpPr>
          <p:spPr>
            <a:xfrm rot="21588000">
              <a:off x="1732179" y="4239059"/>
              <a:ext cx="87386" cy="500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5" name="Shape 54">
              <a:extLst>
                <a:ext uri="{FF2B5EF4-FFF2-40B4-BE49-F238E27FC236}">
                  <a16:creationId xmlns:a16="http://schemas.microsoft.com/office/drawing/2014/main" id="{C6724658-6096-4267-B661-D73DF2C0E101}"/>
                </a:ext>
              </a:extLst>
            </p:cNvPr>
            <p:cNvSpPr/>
            <p:nvPr/>
          </p:nvSpPr>
          <p:spPr>
            <a:xfrm rot="48000">
              <a:off x="1104693" y="4313404"/>
              <a:ext cx="87220" cy="51334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6" name="Shape 55">
              <a:extLst>
                <a:ext uri="{FF2B5EF4-FFF2-40B4-BE49-F238E27FC236}">
                  <a16:creationId xmlns:a16="http://schemas.microsoft.com/office/drawing/2014/main" id="{67ED1F39-91A5-4021-B5AD-66A67B487A2E}"/>
                </a:ext>
              </a:extLst>
            </p:cNvPr>
            <p:cNvSpPr/>
            <p:nvPr/>
          </p:nvSpPr>
          <p:spPr>
            <a:xfrm>
              <a:off x="1219741" y="4314483"/>
              <a:ext cx="85227" cy="500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pic>
          <p:nvPicPr>
            <p:cNvPr id="157" name="Image 394" descr="preencoded.png">
              <a:extLst>
                <a:ext uri="{FF2B5EF4-FFF2-40B4-BE49-F238E27FC236}">
                  <a16:creationId xmlns:a16="http://schemas.microsoft.com/office/drawing/2014/main" id="{5B39B0C1-3CD6-47F6-A4FD-F72DAAA99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792570" y="4314566"/>
              <a:ext cx="83067" cy="49840"/>
            </a:xfrm>
            <a:prstGeom prst="rect">
              <a:avLst/>
            </a:prstGeom>
          </p:spPr>
        </p:pic>
        <p:pic>
          <p:nvPicPr>
            <p:cNvPr id="158" name="Image 395" descr="preencoded.png">
              <a:extLst>
                <a:ext uri="{FF2B5EF4-FFF2-40B4-BE49-F238E27FC236}">
                  <a16:creationId xmlns:a16="http://schemas.microsoft.com/office/drawing/2014/main" id="{54F3BA6A-7F8E-4BD9-9FCC-8C47509D4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1906205" y="4315481"/>
              <a:ext cx="83067" cy="49840"/>
            </a:xfrm>
            <a:prstGeom prst="rect">
              <a:avLst/>
            </a:prstGeom>
          </p:spPr>
        </p:pic>
        <p:pic>
          <p:nvPicPr>
            <p:cNvPr id="159" name="Image 396" descr="preencoded.png">
              <a:extLst>
                <a:ext uri="{FF2B5EF4-FFF2-40B4-BE49-F238E27FC236}">
                  <a16:creationId xmlns:a16="http://schemas.microsoft.com/office/drawing/2014/main" id="{D34DB12D-9611-482F-9A6A-FD4499B73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1741452" y="4744033"/>
              <a:ext cx="33227" cy="41535"/>
            </a:xfrm>
            <a:prstGeom prst="rect">
              <a:avLst/>
            </a:prstGeom>
          </p:spPr>
        </p:pic>
        <p:sp>
          <p:nvSpPr>
            <p:cNvPr id="160" name="Shape 136">
              <a:extLst>
                <a:ext uri="{FF2B5EF4-FFF2-40B4-BE49-F238E27FC236}">
                  <a16:creationId xmlns:a16="http://schemas.microsoft.com/office/drawing/2014/main" id="{79D92E4A-8BD1-472B-A2C6-C9C6589D78C3}"/>
                </a:ext>
              </a:extLst>
            </p:cNvPr>
            <p:cNvSpPr/>
            <p:nvPr/>
          </p:nvSpPr>
          <p:spPr>
            <a:xfrm>
              <a:off x="2238225" y="3940025"/>
              <a:ext cx="100512" cy="100511"/>
            </a:xfrm>
            <a:prstGeom prst="ellipse">
              <a:avLst/>
            </a:prstGeom>
            <a:solidFill>
              <a:srgbClr val="7C7C7C"/>
            </a:solidFill>
            <a:ln/>
          </p:spPr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0E1A96FA-7C03-44DA-8FB0-F9143BF612CD}"/>
                </a:ext>
              </a:extLst>
            </p:cNvPr>
            <p:cNvSpPr/>
            <p:nvPr/>
          </p:nvSpPr>
          <p:spPr>
            <a:xfrm>
              <a:off x="2394822" y="3599906"/>
              <a:ext cx="418695" cy="3285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A61E663-641C-493F-AC13-39AE112979B0}"/>
              </a:ext>
            </a:extLst>
          </p:cNvPr>
          <p:cNvSpPr/>
          <p:nvPr/>
        </p:nvSpPr>
        <p:spPr>
          <a:xfrm>
            <a:off x="48494" y="1085273"/>
            <a:ext cx="3958889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CE83EF7-A124-4285-8498-52A5E0E87D78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 flipH="1">
            <a:off x="122595" y="1729749"/>
            <a:ext cx="1272309" cy="12723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CBD66B6-3388-41FC-9E4F-2BDB6AFEE863}"/>
              </a:ext>
            </a:extLst>
          </p:cNvPr>
          <p:cNvSpPr txBox="1"/>
          <p:nvPr/>
        </p:nvSpPr>
        <p:spPr>
          <a:xfrm>
            <a:off x="20785" y="4470266"/>
            <a:ext cx="1319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데이터 입력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D05FD33-B46D-4A58-B33F-2C99255233E9}"/>
              </a:ext>
            </a:extLst>
          </p:cNvPr>
          <p:cNvSpPr txBox="1"/>
          <p:nvPr/>
        </p:nvSpPr>
        <p:spPr>
          <a:xfrm>
            <a:off x="3186830" y="5194298"/>
            <a:ext cx="15856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브랜드 아이덴티티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브랜드 활성화 방향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맞춤 브랜딩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보고서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04D1DEA-25EE-439B-B4CA-6BFA79359E92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30022" y="3123316"/>
            <a:ext cx="894132" cy="894132"/>
          </a:xfrm>
          <a:prstGeom prst="rect">
            <a:avLst/>
          </a:prstGeom>
        </p:spPr>
      </p:pic>
      <p:sp>
        <p:nvSpPr>
          <p:cNvPr id="166" name="TextBox 165">
            <a:extLst>
              <a:ext uri="{FF2B5EF4-FFF2-40B4-BE49-F238E27FC236}">
                <a16:creationId xmlns:a16="http://schemas.microsoft.com/office/drawing/2014/main" id="{DE289A21-1369-43D6-9077-6B17F9FAC3BB}"/>
              </a:ext>
            </a:extLst>
          </p:cNvPr>
          <p:cNvSpPr txBox="1"/>
          <p:nvPr/>
        </p:nvSpPr>
        <p:spPr>
          <a:xfrm>
            <a:off x="1687647" y="3878948"/>
            <a:ext cx="88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 융합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D8B3F95-4D01-4C7D-8649-BFF91913905C}"/>
              </a:ext>
            </a:extLst>
          </p:cNvPr>
          <p:cNvCxnSpPr>
            <a:cxnSpLocks/>
          </p:cNvCxnSpPr>
          <p:nvPr/>
        </p:nvCxnSpPr>
        <p:spPr>
          <a:xfrm>
            <a:off x="1320802" y="3578789"/>
            <a:ext cx="33532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283CBC0F-791B-404E-ACF4-8E9FDAA28AB5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460963" y="4605625"/>
            <a:ext cx="380811" cy="380811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D0D5CAB4-B040-49AC-95DD-BB4E2447B8C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160843" y="2046114"/>
            <a:ext cx="380811" cy="38081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1E9BDB7-934B-4DBC-A914-7C4BCAECA7CF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941431" y="4594305"/>
            <a:ext cx="380811" cy="380811"/>
          </a:xfrm>
          <a:prstGeom prst="rect">
            <a:avLst/>
          </a:prstGeom>
        </p:spPr>
      </p:pic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CB264098-4A55-4EA7-8633-EBF1D6ACFFCD}"/>
              </a:ext>
            </a:extLst>
          </p:cNvPr>
          <p:cNvCxnSpPr>
            <a:cxnSpLocks/>
          </p:cNvCxnSpPr>
          <p:nvPr/>
        </p:nvCxnSpPr>
        <p:spPr>
          <a:xfrm flipV="1">
            <a:off x="2135111" y="4206998"/>
            <a:ext cx="0" cy="3139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A448E911-ABAA-4BF3-9306-0B07F464B86D}"/>
              </a:ext>
            </a:extLst>
          </p:cNvPr>
          <p:cNvSpPr txBox="1"/>
          <p:nvPr/>
        </p:nvSpPr>
        <p:spPr>
          <a:xfrm>
            <a:off x="1159457" y="4973915"/>
            <a:ext cx="1941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유동인구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추정매출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상권현황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96B415A-5260-4BE4-A98C-EB1042403DF8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28818" y="1998090"/>
            <a:ext cx="380811" cy="380811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19561C1D-880B-494D-8105-6116DBCB8469}"/>
              </a:ext>
            </a:extLst>
          </p:cNvPr>
          <p:cNvSpPr txBox="1"/>
          <p:nvPr/>
        </p:nvSpPr>
        <p:spPr>
          <a:xfrm>
            <a:off x="1494850" y="2487328"/>
            <a:ext cx="13644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지도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지하철 데이터</a:t>
            </a:r>
          </a:p>
        </p:txBody>
      </p: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7DA6AE40-50C8-4770-80C8-F835EF028543}"/>
              </a:ext>
            </a:extLst>
          </p:cNvPr>
          <p:cNvCxnSpPr>
            <a:cxnSpLocks/>
          </p:cNvCxnSpPr>
          <p:nvPr/>
        </p:nvCxnSpPr>
        <p:spPr>
          <a:xfrm>
            <a:off x="2160843" y="2808177"/>
            <a:ext cx="0" cy="31513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4" name="그림 43">
            <a:extLst>
              <a:ext uri="{FF2B5EF4-FFF2-40B4-BE49-F238E27FC236}">
                <a16:creationId xmlns:a16="http://schemas.microsoft.com/office/drawing/2014/main" id="{6758B142-0C99-4993-9407-43E02A005127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421899" y="4593105"/>
            <a:ext cx="380809" cy="380809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6867E18-7EA7-47A1-98B0-32292EFB4AF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024166" y="3209022"/>
            <a:ext cx="729895" cy="729895"/>
          </a:xfrm>
          <a:prstGeom prst="rect">
            <a:avLst/>
          </a:prstGeom>
        </p:spPr>
      </p:pic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146794F7-0231-4B69-B62E-4C467E9C789C}"/>
              </a:ext>
            </a:extLst>
          </p:cNvPr>
          <p:cNvCxnSpPr>
            <a:cxnSpLocks/>
          </p:cNvCxnSpPr>
          <p:nvPr/>
        </p:nvCxnSpPr>
        <p:spPr>
          <a:xfrm>
            <a:off x="2691661" y="3578789"/>
            <a:ext cx="33532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51AA329D-CAD1-4AE7-8F05-112A703350BF}"/>
              </a:ext>
            </a:extLst>
          </p:cNvPr>
          <p:cNvSpPr txBox="1"/>
          <p:nvPr/>
        </p:nvSpPr>
        <p:spPr>
          <a:xfrm>
            <a:off x="2786720" y="3878948"/>
            <a:ext cx="11929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JSON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파일 생성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835F695-0C0D-4EB8-A2AB-F4D129BE5ED6}"/>
              </a:ext>
            </a:extLst>
          </p:cNvPr>
          <p:cNvSpPr/>
          <p:nvPr/>
        </p:nvSpPr>
        <p:spPr>
          <a:xfrm>
            <a:off x="58961" y="1100828"/>
            <a:ext cx="3948421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1.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입력 기반 데이터 융합</a:t>
            </a:r>
          </a:p>
        </p:txBody>
      </p:sp>
      <p:sp>
        <p:nvSpPr>
          <p:cNvPr id="282" name="사각형: 둥근 모서리 281">
            <a:extLst>
              <a:ext uri="{FF2B5EF4-FFF2-40B4-BE49-F238E27FC236}">
                <a16:creationId xmlns:a16="http://schemas.microsoft.com/office/drawing/2014/main" id="{F73391EC-C0ED-4EF2-A48F-39AEF34AECE7}"/>
              </a:ext>
            </a:extLst>
          </p:cNvPr>
          <p:cNvSpPr/>
          <p:nvPr/>
        </p:nvSpPr>
        <p:spPr>
          <a:xfrm>
            <a:off x="4058597" y="1085273"/>
            <a:ext cx="3958889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351DE7B6-FF74-4A78-9214-12F492BC5897}"/>
              </a:ext>
            </a:extLst>
          </p:cNvPr>
          <p:cNvSpPr txBox="1"/>
          <p:nvPr/>
        </p:nvSpPr>
        <p:spPr>
          <a:xfrm>
            <a:off x="4020979" y="3878948"/>
            <a:ext cx="132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멀티에이전트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시스템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EBD24E9B-0219-4BDC-AEE9-9B9853C2B106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371617" y="3283365"/>
            <a:ext cx="633367" cy="633367"/>
          </a:xfrm>
          <a:prstGeom prst="rect">
            <a:avLst/>
          </a:prstGeom>
        </p:spPr>
      </p:pic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3EFED016-A9B0-41BE-840F-184B0B3A850B}"/>
              </a:ext>
            </a:extLst>
          </p:cNvPr>
          <p:cNvCxnSpPr>
            <a:cxnSpLocks/>
          </p:cNvCxnSpPr>
          <p:nvPr/>
        </p:nvCxnSpPr>
        <p:spPr>
          <a:xfrm>
            <a:off x="5102352" y="3578789"/>
            <a:ext cx="335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BE8C0C91-8B16-4401-8151-730A58B5B833}"/>
              </a:ext>
            </a:extLst>
          </p:cNvPr>
          <p:cNvSpPr/>
          <p:nvPr/>
        </p:nvSpPr>
        <p:spPr>
          <a:xfrm>
            <a:off x="4067832" y="1100828"/>
            <a:ext cx="3948421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2.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다면적 상권 심층 분석</a:t>
            </a:r>
          </a:p>
        </p:txBody>
      </p:sp>
      <p:sp>
        <p:nvSpPr>
          <p:cNvPr id="304" name="사각형: 둥근 모서리 303">
            <a:extLst>
              <a:ext uri="{FF2B5EF4-FFF2-40B4-BE49-F238E27FC236}">
                <a16:creationId xmlns:a16="http://schemas.microsoft.com/office/drawing/2014/main" id="{A85BB003-EE8E-4563-B222-DCA26D513970}"/>
              </a:ext>
            </a:extLst>
          </p:cNvPr>
          <p:cNvSpPr/>
          <p:nvPr/>
        </p:nvSpPr>
        <p:spPr>
          <a:xfrm>
            <a:off x="5532034" y="1779385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5" name="사각형: 둥근 모서리 304">
            <a:extLst>
              <a:ext uri="{FF2B5EF4-FFF2-40B4-BE49-F238E27FC236}">
                <a16:creationId xmlns:a16="http://schemas.microsoft.com/office/drawing/2014/main" id="{1FF6F1AC-BA8A-46BE-ABD9-B8F2A1B4017F}"/>
              </a:ext>
            </a:extLst>
          </p:cNvPr>
          <p:cNvSpPr/>
          <p:nvPr/>
        </p:nvSpPr>
        <p:spPr>
          <a:xfrm>
            <a:off x="5541270" y="1794940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분석 </a:t>
            </a:r>
            <a:endParaRPr lang="en-US" altLang="ko-KR" sz="9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에이전트</a:t>
            </a:r>
          </a:p>
        </p:txBody>
      </p:sp>
      <p:sp>
        <p:nvSpPr>
          <p:cNvPr id="306" name="사각형: 둥근 모서리 305">
            <a:extLst>
              <a:ext uri="{FF2B5EF4-FFF2-40B4-BE49-F238E27FC236}">
                <a16:creationId xmlns:a16="http://schemas.microsoft.com/office/drawing/2014/main" id="{E47B6663-6F8C-4589-AFE4-F157E269C6F2}"/>
              </a:ext>
            </a:extLst>
          </p:cNvPr>
          <p:cNvSpPr/>
          <p:nvPr/>
        </p:nvSpPr>
        <p:spPr>
          <a:xfrm>
            <a:off x="5532034" y="3060199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7" name="사각형: 둥근 모서리 306">
            <a:extLst>
              <a:ext uri="{FF2B5EF4-FFF2-40B4-BE49-F238E27FC236}">
                <a16:creationId xmlns:a16="http://schemas.microsoft.com/office/drawing/2014/main" id="{91668258-B5BD-41E9-80CC-E7BDA3C17750}"/>
              </a:ext>
            </a:extLst>
          </p:cNvPr>
          <p:cNvSpPr/>
          <p:nvPr/>
        </p:nvSpPr>
        <p:spPr>
          <a:xfrm>
            <a:off x="5541270" y="3075754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</a:t>
            </a:r>
            <a:endParaRPr lang="en-US" altLang="ko-KR" sz="9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에이전트</a:t>
            </a:r>
          </a:p>
        </p:txBody>
      </p:sp>
      <p:sp>
        <p:nvSpPr>
          <p:cNvPr id="308" name="사각형: 둥근 모서리 307">
            <a:extLst>
              <a:ext uri="{FF2B5EF4-FFF2-40B4-BE49-F238E27FC236}">
                <a16:creationId xmlns:a16="http://schemas.microsoft.com/office/drawing/2014/main" id="{D509AD29-48E9-41E2-983D-851A5622D057}"/>
              </a:ext>
            </a:extLst>
          </p:cNvPr>
          <p:cNvSpPr/>
          <p:nvPr/>
        </p:nvSpPr>
        <p:spPr>
          <a:xfrm>
            <a:off x="5532034" y="4341013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9" name="사각형: 둥근 모서리 308">
            <a:extLst>
              <a:ext uri="{FF2B5EF4-FFF2-40B4-BE49-F238E27FC236}">
                <a16:creationId xmlns:a16="http://schemas.microsoft.com/office/drawing/2014/main" id="{EFFC781A-831D-444B-B829-4A0136C0A06D}"/>
              </a:ext>
            </a:extLst>
          </p:cNvPr>
          <p:cNvSpPr/>
          <p:nvPr/>
        </p:nvSpPr>
        <p:spPr>
          <a:xfrm>
            <a:off x="5541270" y="4356568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 에이전트</a:t>
            </a:r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DBDC69F2-E0EF-4613-87AB-F77BF0258DB9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715546" y="2250107"/>
            <a:ext cx="414499" cy="392539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C9DAD88-372C-4173-BFEA-F896FB727A6A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262320" y="2248751"/>
            <a:ext cx="473198" cy="392539"/>
          </a:xfrm>
          <a:prstGeom prst="rect">
            <a:avLst/>
          </a:prstGeom>
        </p:spPr>
      </p:pic>
      <p:sp>
        <p:nvSpPr>
          <p:cNvPr id="310" name="TextBox 309">
            <a:extLst>
              <a:ext uri="{FF2B5EF4-FFF2-40B4-BE49-F238E27FC236}">
                <a16:creationId xmlns:a16="http://schemas.microsoft.com/office/drawing/2014/main" id="{DFD2746A-E9D5-4DC8-87F9-A540E0D43157}"/>
              </a:ext>
            </a:extLst>
          </p:cNvPr>
          <p:cNvSpPr txBox="1"/>
          <p:nvPr/>
        </p:nvSpPr>
        <p:spPr>
          <a:xfrm>
            <a:off x="5480820" y="2711918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상권활성화 점수 산출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(0-100)</a:t>
            </a: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8F93258-BD2E-4E0C-9E2A-F7F6D6DB2FCB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705130" y="3498820"/>
            <a:ext cx="435330" cy="43533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19F387F-6BA4-4EB0-A117-E9C5E3E0EB7A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262320" y="3522817"/>
            <a:ext cx="435330" cy="420819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A18A25E7-FB57-456D-AD64-D02B38B46075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407935" y="3394010"/>
            <a:ext cx="155923" cy="137154"/>
          </a:xfrm>
          <a:prstGeom prst="rect">
            <a:avLst/>
          </a:prstGeom>
        </p:spPr>
      </p:pic>
      <p:sp>
        <p:nvSpPr>
          <p:cNvPr id="311" name="TextBox 310">
            <a:extLst>
              <a:ext uri="{FF2B5EF4-FFF2-40B4-BE49-F238E27FC236}">
                <a16:creationId xmlns:a16="http://schemas.microsoft.com/office/drawing/2014/main" id="{0C717753-B58E-43AA-8C3F-8A0270AFB699}"/>
              </a:ext>
            </a:extLst>
          </p:cNvPr>
          <p:cNvSpPr txBox="1"/>
          <p:nvPr/>
        </p:nvSpPr>
        <p:spPr>
          <a:xfrm>
            <a:off x="5480820" y="3949705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유사업종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 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32846789-44B3-40BD-A9E1-F5C1FE6947C3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726715" y="4760100"/>
            <a:ext cx="473198" cy="434198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13B904DD-C722-4182-B6D5-DD33529478D4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6272067" y="4766981"/>
            <a:ext cx="364713" cy="438641"/>
          </a:xfrm>
          <a:prstGeom prst="rect">
            <a:avLst/>
          </a:prstGeom>
        </p:spPr>
      </p:pic>
      <p:sp>
        <p:nvSpPr>
          <p:cNvPr id="312" name="TextBox 311">
            <a:extLst>
              <a:ext uri="{FF2B5EF4-FFF2-40B4-BE49-F238E27FC236}">
                <a16:creationId xmlns:a16="http://schemas.microsoft.com/office/drawing/2014/main" id="{DB87C7FD-B4D7-4DF0-B441-0C9F393BA2F5}"/>
              </a:ext>
            </a:extLst>
          </p:cNvPr>
          <p:cNvSpPr txBox="1"/>
          <p:nvPr/>
        </p:nvSpPr>
        <p:spPr>
          <a:xfrm>
            <a:off x="5480820" y="5222081"/>
            <a:ext cx="14741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업종 포지셔닝 비교</a:t>
            </a:r>
            <a:endParaRPr lang="en-US" altLang="ko-KR" sz="7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마케팅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인사이트 제시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322" name="연결선: 꺾임 321">
            <a:extLst>
              <a:ext uri="{FF2B5EF4-FFF2-40B4-BE49-F238E27FC236}">
                <a16:creationId xmlns:a16="http://schemas.microsoft.com/office/drawing/2014/main" id="{CB6F564F-D0D5-42B0-B958-CB5FD2EFA75E}"/>
              </a:ext>
            </a:extLst>
          </p:cNvPr>
          <p:cNvCxnSpPr>
            <a:cxnSpLocks/>
          </p:cNvCxnSpPr>
          <p:nvPr/>
        </p:nvCxnSpPr>
        <p:spPr>
          <a:xfrm rot="16200000" flipH="1">
            <a:off x="4686445" y="4162613"/>
            <a:ext cx="1359659" cy="175195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4" name="연결선: 꺾임 323">
            <a:extLst>
              <a:ext uri="{FF2B5EF4-FFF2-40B4-BE49-F238E27FC236}">
                <a16:creationId xmlns:a16="http://schemas.microsoft.com/office/drawing/2014/main" id="{E4ED2396-A7B8-40BE-8F19-FCBE4F472AE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94976" y="2910716"/>
            <a:ext cx="1143455" cy="175875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5" name="직선 화살표 연결선 324">
            <a:extLst>
              <a:ext uri="{FF2B5EF4-FFF2-40B4-BE49-F238E27FC236}">
                <a16:creationId xmlns:a16="http://schemas.microsoft.com/office/drawing/2014/main" id="{4A1BAA5E-A0DA-48B9-BB42-9F74DA8B802A}"/>
              </a:ext>
            </a:extLst>
          </p:cNvPr>
          <p:cNvCxnSpPr>
            <a:cxnSpLocks/>
          </p:cNvCxnSpPr>
          <p:nvPr/>
        </p:nvCxnSpPr>
        <p:spPr>
          <a:xfrm flipV="1">
            <a:off x="6954984" y="3570380"/>
            <a:ext cx="167664" cy="8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7" name="직선 화살표 연결선 326">
            <a:extLst>
              <a:ext uri="{FF2B5EF4-FFF2-40B4-BE49-F238E27FC236}">
                <a16:creationId xmlns:a16="http://schemas.microsoft.com/office/drawing/2014/main" id="{3E2A73C2-8819-4940-B9ED-0FCBE9F52A24}"/>
              </a:ext>
            </a:extLst>
          </p:cNvPr>
          <p:cNvCxnSpPr>
            <a:cxnSpLocks/>
          </p:cNvCxnSpPr>
          <p:nvPr/>
        </p:nvCxnSpPr>
        <p:spPr>
          <a:xfrm flipV="1">
            <a:off x="6954984" y="2426925"/>
            <a:ext cx="167664" cy="8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8" name="직선 화살표 연결선 327">
            <a:extLst>
              <a:ext uri="{FF2B5EF4-FFF2-40B4-BE49-F238E27FC236}">
                <a16:creationId xmlns:a16="http://schemas.microsoft.com/office/drawing/2014/main" id="{F86A64FE-8B2B-4FD4-8B40-E5FD3B965826}"/>
              </a:ext>
            </a:extLst>
          </p:cNvPr>
          <p:cNvCxnSpPr>
            <a:cxnSpLocks/>
          </p:cNvCxnSpPr>
          <p:nvPr/>
        </p:nvCxnSpPr>
        <p:spPr>
          <a:xfrm flipV="1">
            <a:off x="6954984" y="4930040"/>
            <a:ext cx="167664" cy="8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3" name="TextBox 332">
            <a:extLst>
              <a:ext uri="{FF2B5EF4-FFF2-40B4-BE49-F238E27FC236}">
                <a16:creationId xmlns:a16="http://schemas.microsoft.com/office/drawing/2014/main" id="{FEC162C6-ED2B-4D1C-9FC6-E75D2325C1B3}"/>
              </a:ext>
            </a:extLst>
          </p:cNvPr>
          <p:cNvSpPr txBox="1"/>
          <p:nvPr/>
        </p:nvSpPr>
        <p:spPr>
          <a:xfrm>
            <a:off x="7048335" y="2525229"/>
            <a:ext cx="885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0EB456F8-0175-4683-ACF6-0783E5624A6F}"/>
              </a:ext>
            </a:extLst>
          </p:cNvPr>
          <p:cNvSpPr txBox="1"/>
          <p:nvPr/>
        </p:nvSpPr>
        <p:spPr>
          <a:xfrm>
            <a:off x="6981813" y="3752222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F0FB1FC7-E585-41D1-98A9-2BFC9FB2FF65}"/>
              </a:ext>
            </a:extLst>
          </p:cNvPr>
          <p:cNvSpPr txBox="1"/>
          <p:nvPr/>
        </p:nvSpPr>
        <p:spPr>
          <a:xfrm>
            <a:off x="6964181" y="5038952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68" name="사각형: 둥근 모서리 367">
            <a:extLst>
              <a:ext uri="{FF2B5EF4-FFF2-40B4-BE49-F238E27FC236}">
                <a16:creationId xmlns:a16="http://schemas.microsoft.com/office/drawing/2014/main" id="{AC58BCB0-0E3C-45A2-82CF-99EC418663C1}"/>
              </a:ext>
            </a:extLst>
          </p:cNvPr>
          <p:cNvSpPr/>
          <p:nvPr/>
        </p:nvSpPr>
        <p:spPr>
          <a:xfrm>
            <a:off x="8073443" y="1085273"/>
            <a:ext cx="3958889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2" name="사각형: 둥근 모서리 371">
            <a:extLst>
              <a:ext uri="{FF2B5EF4-FFF2-40B4-BE49-F238E27FC236}">
                <a16:creationId xmlns:a16="http://schemas.microsoft.com/office/drawing/2014/main" id="{BBC9E7B4-378B-41BF-869F-30BF7922CD55}"/>
              </a:ext>
            </a:extLst>
          </p:cNvPr>
          <p:cNvSpPr/>
          <p:nvPr/>
        </p:nvSpPr>
        <p:spPr>
          <a:xfrm>
            <a:off x="8082678" y="1100828"/>
            <a:ext cx="3948421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3.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분석 및 브랜딩</a:t>
            </a:r>
          </a:p>
        </p:txBody>
      </p:sp>
      <p:sp>
        <p:nvSpPr>
          <p:cNvPr id="375" name="사각형: 둥근 모서리 374">
            <a:extLst>
              <a:ext uri="{FF2B5EF4-FFF2-40B4-BE49-F238E27FC236}">
                <a16:creationId xmlns:a16="http://schemas.microsoft.com/office/drawing/2014/main" id="{3117B53C-835A-43AA-A2E2-5C233CA202C0}"/>
              </a:ext>
            </a:extLst>
          </p:cNvPr>
          <p:cNvSpPr/>
          <p:nvPr/>
        </p:nvSpPr>
        <p:spPr>
          <a:xfrm>
            <a:off x="8425315" y="2914498"/>
            <a:ext cx="1335759" cy="1238674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6" name="사각형: 둥근 모서리 375">
            <a:extLst>
              <a:ext uri="{FF2B5EF4-FFF2-40B4-BE49-F238E27FC236}">
                <a16:creationId xmlns:a16="http://schemas.microsoft.com/office/drawing/2014/main" id="{7C62B17C-BFCD-457D-B53D-6CBE13ABA6F0}"/>
              </a:ext>
            </a:extLst>
          </p:cNvPr>
          <p:cNvSpPr/>
          <p:nvPr/>
        </p:nvSpPr>
        <p:spPr>
          <a:xfrm>
            <a:off x="8434551" y="2928860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FB9B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에이전트</a:t>
            </a:r>
          </a:p>
        </p:txBody>
      </p:sp>
      <p:sp>
        <p:nvSpPr>
          <p:cNvPr id="377" name="사각형: 둥근 모서리 376">
            <a:extLst>
              <a:ext uri="{FF2B5EF4-FFF2-40B4-BE49-F238E27FC236}">
                <a16:creationId xmlns:a16="http://schemas.microsoft.com/office/drawing/2014/main" id="{B8DE5737-CC8D-4334-964E-014AA5214237}"/>
              </a:ext>
            </a:extLst>
          </p:cNvPr>
          <p:cNvSpPr/>
          <p:nvPr/>
        </p:nvSpPr>
        <p:spPr>
          <a:xfrm>
            <a:off x="10773279" y="5553744"/>
            <a:ext cx="1335759" cy="1523140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8" name="사각형: 둥근 모서리 377">
            <a:extLst>
              <a:ext uri="{FF2B5EF4-FFF2-40B4-BE49-F238E27FC236}">
                <a16:creationId xmlns:a16="http://schemas.microsoft.com/office/drawing/2014/main" id="{07039F99-5AD4-4F04-A6F2-4B3E3F1294BE}"/>
              </a:ext>
            </a:extLst>
          </p:cNvPr>
          <p:cNvSpPr/>
          <p:nvPr/>
        </p:nvSpPr>
        <p:spPr>
          <a:xfrm>
            <a:off x="10782515" y="5569299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FB9B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종합 분석 에이전트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98559564-29FF-4BFD-BEA3-4D8179980D84}"/>
              </a:ext>
            </a:extLst>
          </p:cNvPr>
          <p:cNvSpPr txBox="1"/>
          <p:nvPr/>
        </p:nvSpPr>
        <p:spPr>
          <a:xfrm>
            <a:off x="8412787" y="3910229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 추천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1F6C9D5A-76C8-4B86-A4C5-9DB33B7D7791}"/>
              </a:ext>
            </a:extLst>
          </p:cNvPr>
          <p:cNvSpPr txBox="1"/>
          <p:nvPr/>
        </p:nvSpPr>
        <p:spPr>
          <a:xfrm>
            <a:off x="10722065" y="6739143"/>
            <a:ext cx="14741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종합 분석</a:t>
            </a:r>
            <a:endParaRPr lang="en-US" altLang="ko-KR" sz="7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MBTI </a:t>
            </a: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도출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(0-100)</a:t>
            </a:r>
          </a:p>
        </p:txBody>
      </p: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C08481FA-F5C4-4943-AF5F-3D358E02D3E0}"/>
              </a:ext>
            </a:extLst>
          </p:cNvPr>
          <p:cNvCxnSpPr>
            <a:cxnSpLocks/>
          </p:cNvCxnSpPr>
          <p:nvPr/>
        </p:nvCxnSpPr>
        <p:spPr>
          <a:xfrm flipV="1">
            <a:off x="9858080" y="3888725"/>
            <a:ext cx="167664" cy="8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2" name="직선 화살표 연결선 391">
            <a:extLst>
              <a:ext uri="{FF2B5EF4-FFF2-40B4-BE49-F238E27FC236}">
                <a16:creationId xmlns:a16="http://schemas.microsoft.com/office/drawing/2014/main" id="{E8460F73-6A7E-4032-B55D-B3961B121AC6}"/>
              </a:ext>
            </a:extLst>
          </p:cNvPr>
          <p:cNvCxnSpPr>
            <a:cxnSpLocks/>
          </p:cNvCxnSpPr>
          <p:nvPr/>
        </p:nvCxnSpPr>
        <p:spPr>
          <a:xfrm>
            <a:off x="9072659" y="2714837"/>
            <a:ext cx="0" cy="175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3" name="직선 화살표 연결선 392">
            <a:extLst>
              <a:ext uri="{FF2B5EF4-FFF2-40B4-BE49-F238E27FC236}">
                <a16:creationId xmlns:a16="http://schemas.microsoft.com/office/drawing/2014/main" id="{5C3F271C-0573-4F82-A7C7-B3159B8094FA}"/>
              </a:ext>
            </a:extLst>
          </p:cNvPr>
          <p:cNvCxnSpPr>
            <a:cxnSpLocks/>
          </p:cNvCxnSpPr>
          <p:nvPr/>
        </p:nvCxnSpPr>
        <p:spPr>
          <a:xfrm flipV="1">
            <a:off x="10470414" y="4141351"/>
            <a:ext cx="167664" cy="84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4" name="그림 393">
            <a:extLst>
              <a:ext uri="{FF2B5EF4-FFF2-40B4-BE49-F238E27FC236}">
                <a16:creationId xmlns:a16="http://schemas.microsoft.com/office/drawing/2014/main" id="{9FE05F12-A754-4269-BE03-EE9097308C96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1224685" y="1976505"/>
            <a:ext cx="562172" cy="562172"/>
          </a:xfrm>
          <a:prstGeom prst="rect">
            <a:avLst/>
          </a:prstGeom>
        </p:spPr>
      </p:pic>
      <p:pic>
        <p:nvPicPr>
          <p:cNvPr id="395" name="그림 394">
            <a:extLst>
              <a:ext uri="{FF2B5EF4-FFF2-40B4-BE49-F238E27FC236}">
                <a16:creationId xmlns:a16="http://schemas.microsoft.com/office/drawing/2014/main" id="{90F511D3-2B67-4B6F-A181-32C6F0606B05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1224685" y="3204625"/>
            <a:ext cx="562172" cy="562172"/>
          </a:xfrm>
          <a:prstGeom prst="rect">
            <a:avLst/>
          </a:prstGeom>
        </p:spPr>
      </p:pic>
      <p:pic>
        <p:nvPicPr>
          <p:cNvPr id="396" name="그림 395">
            <a:extLst>
              <a:ext uri="{FF2B5EF4-FFF2-40B4-BE49-F238E27FC236}">
                <a16:creationId xmlns:a16="http://schemas.microsoft.com/office/drawing/2014/main" id="{482F6E2B-9472-4E12-9BA7-20EF1C7976C4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1224685" y="4507510"/>
            <a:ext cx="562172" cy="562172"/>
          </a:xfrm>
          <a:prstGeom prst="rect">
            <a:avLst/>
          </a:prstGeom>
        </p:spPr>
      </p:pic>
      <p:sp>
        <p:nvSpPr>
          <p:cNvPr id="397" name="TextBox 396">
            <a:extLst>
              <a:ext uri="{FF2B5EF4-FFF2-40B4-BE49-F238E27FC236}">
                <a16:creationId xmlns:a16="http://schemas.microsoft.com/office/drawing/2014/main" id="{5ACC7635-4F5E-4660-B3F8-B97F9F425842}"/>
              </a:ext>
            </a:extLst>
          </p:cNvPr>
          <p:cNvSpPr txBox="1"/>
          <p:nvPr/>
        </p:nvSpPr>
        <p:spPr>
          <a:xfrm>
            <a:off x="11063181" y="2525229"/>
            <a:ext cx="885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539692AC-5FF1-47AC-BEB6-1A0F40396B16}"/>
              </a:ext>
            </a:extLst>
          </p:cNvPr>
          <p:cNvSpPr txBox="1"/>
          <p:nvPr/>
        </p:nvSpPr>
        <p:spPr>
          <a:xfrm>
            <a:off x="10996659" y="3752222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040579A4-A825-4CFD-9945-66F3D2BF72C5}"/>
              </a:ext>
            </a:extLst>
          </p:cNvPr>
          <p:cNvSpPr txBox="1"/>
          <p:nvPr/>
        </p:nvSpPr>
        <p:spPr>
          <a:xfrm>
            <a:off x="10979027" y="5038952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400" name="Google Shape;93;p36">
            <a:extLst>
              <a:ext uri="{FF2B5EF4-FFF2-40B4-BE49-F238E27FC236}">
                <a16:creationId xmlns:a16="http://schemas.microsoft.com/office/drawing/2014/main" id="{7887577C-2C18-42C6-A765-4BE7D9BDBF5E}"/>
              </a:ext>
            </a:extLst>
          </p:cNvPr>
          <p:cNvSpPr/>
          <p:nvPr/>
        </p:nvSpPr>
        <p:spPr>
          <a:xfrm rot="5400000">
            <a:off x="6043543" y="3340660"/>
            <a:ext cx="3925987" cy="704168"/>
          </a:xfrm>
          <a:custGeom>
            <a:avLst/>
            <a:gdLst/>
            <a:ahLst/>
            <a:cxnLst/>
            <a:rect l="l" t="t" r="r" b="b"/>
            <a:pathLst>
              <a:path w="3429000" h="771525" extrusionOk="0">
                <a:moveTo>
                  <a:pt x="3429000" y="771525"/>
                </a:moveTo>
                <a:cubicBezTo>
                  <a:pt x="2314575" y="600075"/>
                  <a:pt x="2057400" y="257175"/>
                  <a:pt x="2057400" y="257175"/>
                </a:cubicBezTo>
                <a:lnTo>
                  <a:pt x="2400300" y="257175"/>
                </a:lnTo>
                <a:lnTo>
                  <a:pt x="1714500" y="0"/>
                </a:lnTo>
                <a:lnTo>
                  <a:pt x="1028700" y="257175"/>
                </a:lnTo>
                <a:lnTo>
                  <a:pt x="1371600" y="257175"/>
                </a:lnTo>
                <a:cubicBezTo>
                  <a:pt x="1371600" y="257175"/>
                  <a:pt x="1114425" y="600075"/>
                  <a:pt x="0" y="771525"/>
                </a:cubicBezTo>
              </a:path>
            </a:pathLst>
          </a:custGeom>
          <a:gradFill>
            <a:gsLst>
              <a:gs pos="0">
                <a:srgbClr val="FFFFFF">
                  <a:alpha val="0"/>
                </a:srgbClr>
              </a:gs>
              <a:gs pos="26549">
                <a:srgbClr val="4F81BD">
                  <a:alpha val="33725"/>
                </a:srgbClr>
              </a:gs>
              <a:gs pos="50000">
                <a:srgbClr val="4F81BD">
                  <a:alpha val="49803"/>
                </a:srgbClr>
              </a:gs>
              <a:gs pos="76106">
                <a:srgbClr val="4F81BD">
                  <a:alpha val="80000"/>
                </a:srgbClr>
              </a:gs>
              <a:gs pos="89381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02" name="그림 401">
            <a:extLst>
              <a:ext uri="{FF2B5EF4-FFF2-40B4-BE49-F238E27FC236}">
                <a16:creationId xmlns:a16="http://schemas.microsoft.com/office/drawing/2014/main" id="{D0B98AEB-854B-45C2-B07E-1AF08B9A4806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200434" y="4415833"/>
            <a:ext cx="521389" cy="618939"/>
          </a:xfrm>
          <a:prstGeom prst="rect">
            <a:avLst/>
          </a:prstGeom>
        </p:spPr>
      </p:pic>
      <p:pic>
        <p:nvPicPr>
          <p:cNvPr id="404" name="그림 403">
            <a:extLst>
              <a:ext uri="{FF2B5EF4-FFF2-40B4-BE49-F238E27FC236}">
                <a16:creationId xmlns:a16="http://schemas.microsoft.com/office/drawing/2014/main" id="{67120022-3B62-4537-908A-4C35328342AE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204280" y="3130861"/>
            <a:ext cx="518854" cy="626668"/>
          </a:xfrm>
          <a:prstGeom prst="rect">
            <a:avLst/>
          </a:prstGeom>
        </p:spPr>
      </p:pic>
      <p:pic>
        <p:nvPicPr>
          <p:cNvPr id="406" name="그림 405">
            <a:extLst>
              <a:ext uri="{FF2B5EF4-FFF2-40B4-BE49-F238E27FC236}">
                <a16:creationId xmlns:a16="http://schemas.microsoft.com/office/drawing/2014/main" id="{9B4A4F33-0C57-47A1-873F-028AC7C5319F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7221047" y="1902376"/>
            <a:ext cx="500776" cy="618408"/>
          </a:xfrm>
          <a:prstGeom prst="rect">
            <a:avLst/>
          </a:prstGeom>
        </p:spPr>
      </p:pic>
      <p:pic>
        <p:nvPicPr>
          <p:cNvPr id="408" name="그림 407">
            <a:extLst>
              <a:ext uri="{FF2B5EF4-FFF2-40B4-BE49-F238E27FC236}">
                <a16:creationId xmlns:a16="http://schemas.microsoft.com/office/drawing/2014/main" id="{4260B7D5-DB3D-4E52-BD7E-7DEB7AA31C79}"/>
              </a:ext>
            </a:extLst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803919" y="5942819"/>
            <a:ext cx="1093397" cy="763642"/>
          </a:xfrm>
          <a:prstGeom prst="rect">
            <a:avLst/>
          </a:prstGeom>
        </p:spPr>
      </p:pic>
      <p:pic>
        <p:nvPicPr>
          <p:cNvPr id="412" name="그림 411">
            <a:extLst>
              <a:ext uri="{FF2B5EF4-FFF2-40B4-BE49-F238E27FC236}">
                <a16:creationId xmlns:a16="http://schemas.microsoft.com/office/drawing/2014/main" id="{D6450A64-F9E6-424E-B059-BBE2E930BA08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528610" y="3341538"/>
            <a:ext cx="492835" cy="511433"/>
          </a:xfrm>
          <a:prstGeom prst="rect">
            <a:avLst/>
          </a:prstGeom>
        </p:spPr>
      </p:pic>
      <p:pic>
        <p:nvPicPr>
          <p:cNvPr id="414" name="그림 413">
            <a:extLst>
              <a:ext uri="{FF2B5EF4-FFF2-40B4-BE49-F238E27FC236}">
                <a16:creationId xmlns:a16="http://schemas.microsoft.com/office/drawing/2014/main" id="{D73423B7-922E-44CD-8191-0B22CBF67598}"/>
              </a:ext>
            </a:extLst>
          </p:cNvPr>
          <p:cNvPicPr>
            <a:picLocks noChangeAspect="1"/>
          </p:cNvPicPr>
          <p:nvPr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8727" y="1692278"/>
            <a:ext cx="5487700" cy="4115775"/>
          </a:xfrm>
          <a:prstGeom prst="rect">
            <a:avLst/>
          </a:prstGeom>
        </p:spPr>
      </p:pic>
      <p:pic>
        <p:nvPicPr>
          <p:cNvPr id="416" name="그림 415">
            <a:extLst>
              <a:ext uri="{FF2B5EF4-FFF2-40B4-BE49-F238E27FC236}">
                <a16:creationId xmlns:a16="http://schemas.microsoft.com/office/drawing/2014/main" id="{AC78E7A2-48E9-4F67-BEF5-655B07C72411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072659" y="3282349"/>
            <a:ext cx="685951" cy="655191"/>
          </a:xfrm>
          <a:prstGeom prst="rect">
            <a:avLst/>
          </a:prstGeom>
        </p:spPr>
      </p:pic>
      <p:sp>
        <p:nvSpPr>
          <p:cNvPr id="417" name="TextBox 416">
            <a:extLst>
              <a:ext uri="{FF2B5EF4-FFF2-40B4-BE49-F238E27FC236}">
                <a16:creationId xmlns:a16="http://schemas.microsoft.com/office/drawing/2014/main" id="{FF534439-F0FB-464E-BC0D-C441E827126D}"/>
              </a:ext>
            </a:extLst>
          </p:cNvPr>
          <p:cNvSpPr txBox="1"/>
          <p:nvPr/>
        </p:nvSpPr>
        <p:spPr>
          <a:xfrm rot="18810220">
            <a:off x="9082723" y="3517513"/>
            <a:ext cx="61181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424" name="그림 423">
            <a:extLst>
              <a:ext uri="{FF2B5EF4-FFF2-40B4-BE49-F238E27FC236}">
                <a16:creationId xmlns:a16="http://schemas.microsoft.com/office/drawing/2014/main" id="{1399C1A2-D552-423A-8711-68DC3FB9BEC2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508482" y="4480851"/>
            <a:ext cx="685951" cy="655191"/>
          </a:xfrm>
          <a:prstGeom prst="rect">
            <a:avLst/>
          </a:prstGeom>
        </p:spPr>
      </p:pic>
      <p:pic>
        <p:nvPicPr>
          <p:cNvPr id="420" name="그림 419">
            <a:extLst>
              <a:ext uri="{FF2B5EF4-FFF2-40B4-BE49-F238E27FC236}">
                <a16:creationId xmlns:a16="http://schemas.microsoft.com/office/drawing/2014/main" id="{54F75FCF-7AEE-4865-AE9D-5297D351D094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8685833" y="1725600"/>
            <a:ext cx="833386" cy="790866"/>
          </a:xfrm>
          <a:prstGeom prst="rect">
            <a:avLst/>
          </a:prstGeom>
        </p:spPr>
      </p:pic>
      <p:sp>
        <p:nvSpPr>
          <p:cNvPr id="423" name="TextBox 422">
            <a:extLst>
              <a:ext uri="{FF2B5EF4-FFF2-40B4-BE49-F238E27FC236}">
                <a16:creationId xmlns:a16="http://schemas.microsoft.com/office/drawing/2014/main" id="{C4B80C07-709C-4B5C-9CCF-B16E5B048DF9}"/>
              </a:ext>
            </a:extLst>
          </p:cNvPr>
          <p:cNvSpPr txBox="1"/>
          <p:nvPr/>
        </p:nvSpPr>
        <p:spPr>
          <a:xfrm>
            <a:off x="8513540" y="2487328"/>
            <a:ext cx="1125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DB</a:t>
            </a:r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6723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F54411D-6BA1-48C9-B8F1-936651042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624" y="3522379"/>
            <a:ext cx="343383" cy="32718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0975C3F-4A39-46CD-9F64-1161E05D3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2329" y="3511898"/>
            <a:ext cx="348147" cy="34814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7417C4A6-03D1-417A-BBDC-A5A443DCC93B}"/>
              </a:ext>
            </a:extLst>
          </p:cNvPr>
          <p:cNvGrpSpPr/>
          <p:nvPr/>
        </p:nvGrpSpPr>
        <p:grpSpPr>
          <a:xfrm>
            <a:off x="137895" y="3123870"/>
            <a:ext cx="1337396" cy="1373305"/>
            <a:chOff x="711540" y="3239765"/>
            <a:chExt cx="2101977" cy="1950738"/>
          </a:xfrm>
        </p:grpSpPr>
        <p:pic>
          <p:nvPicPr>
            <p:cNvPr id="161" name="Image 177" descr="preencoded.png">
              <a:extLst>
                <a:ext uri="{FF2B5EF4-FFF2-40B4-BE49-F238E27FC236}">
                  <a16:creationId xmlns:a16="http://schemas.microsoft.com/office/drawing/2014/main" id="{D3C40A50-9908-4916-92AB-B1BCD933F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5496" y="3242985"/>
              <a:ext cx="2010217" cy="1835774"/>
            </a:xfrm>
            <a:prstGeom prst="rect">
              <a:avLst/>
            </a:prstGeom>
          </p:spPr>
        </p:pic>
        <p:pic>
          <p:nvPicPr>
            <p:cNvPr id="70" name="Image 125" descr="preencoded.png">
              <a:extLst>
                <a:ext uri="{FF2B5EF4-FFF2-40B4-BE49-F238E27FC236}">
                  <a16:creationId xmlns:a16="http://schemas.microsoft.com/office/drawing/2014/main" id="{5B0302EB-ADD6-45F2-9AE0-6C12E1D37E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1623" y="3239765"/>
              <a:ext cx="465174" cy="564854"/>
            </a:xfrm>
            <a:prstGeom prst="rect">
              <a:avLst/>
            </a:prstGeom>
          </p:spPr>
        </p:pic>
        <p:pic>
          <p:nvPicPr>
            <p:cNvPr id="74" name="Image 126" descr="preencoded.png">
              <a:extLst>
                <a:ext uri="{FF2B5EF4-FFF2-40B4-BE49-F238E27FC236}">
                  <a16:creationId xmlns:a16="http://schemas.microsoft.com/office/drawing/2014/main" id="{BFA429C7-79C6-4D98-A26E-75C0A83B39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17792" y="5006427"/>
              <a:ext cx="49840" cy="74759"/>
            </a:xfrm>
            <a:prstGeom prst="rect">
              <a:avLst/>
            </a:prstGeom>
          </p:spPr>
        </p:pic>
        <p:pic>
          <p:nvPicPr>
            <p:cNvPr id="76" name="Image 127" descr="preencoded.png">
              <a:extLst>
                <a:ext uri="{FF2B5EF4-FFF2-40B4-BE49-F238E27FC236}">
                  <a16:creationId xmlns:a16="http://schemas.microsoft.com/office/drawing/2014/main" id="{B1F9BC49-F26B-4651-8A8C-1E73F1B47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181988" y="4724831"/>
              <a:ext cx="49840" cy="299040"/>
            </a:xfrm>
            <a:prstGeom prst="rect">
              <a:avLst/>
            </a:prstGeom>
          </p:spPr>
        </p:pic>
        <p:pic>
          <p:nvPicPr>
            <p:cNvPr id="77" name="Image 128" descr="preencoded.png">
              <a:extLst>
                <a:ext uri="{FF2B5EF4-FFF2-40B4-BE49-F238E27FC236}">
                  <a16:creationId xmlns:a16="http://schemas.microsoft.com/office/drawing/2014/main" id="{7B12F606-18BE-405F-A7CF-65006A74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5533" y="3373586"/>
              <a:ext cx="1320762" cy="1370599"/>
            </a:xfrm>
            <a:prstGeom prst="rect">
              <a:avLst/>
            </a:prstGeom>
          </p:spPr>
        </p:pic>
        <p:pic>
          <p:nvPicPr>
            <p:cNvPr id="78" name="Image 129" descr="preencoded.png">
              <a:extLst>
                <a:ext uri="{FF2B5EF4-FFF2-40B4-BE49-F238E27FC236}">
                  <a16:creationId xmlns:a16="http://schemas.microsoft.com/office/drawing/2014/main" id="{4C6DA928-FCAA-44BA-A8EC-6DA1EE8C1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532354" y="4542969"/>
              <a:ext cx="232587" cy="199360"/>
            </a:xfrm>
            <a:prstGeom prst="rect">
              <a:avLst/>
            </a:prstGeom>
          </p:spPr>
        </p:pic>
        <p:pic>
          <p:nvPicPr>
            <p:cNvPr id="79" name="Image 130" descr="preencoded.png">
              <a:extLst>
                <a:ext uri="{FF2B5EF4-FFF2-40B4-BE49-F238E27FC236}">
                  <a16:creationId xmlns:a16="http://schemas.microsoft.com/office/drawing/2014/main" id="{23553249-CAF1-4F91-9318-68E44551F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272490" y="4726409"/>
              <a:ext cx="315654" cy="16614"/>
            </a:xfrm>
            <a:prstGeom prst="rect">
              <a:avLst/>
            </a:prstGeom>
          </p:spPr>
        </p:pic>
        <p:pic>
          <p:nvPicPr>
            <p:cNvPr id="80" name="Image 131" descr="preencoded.png">
              <a:extLst>
                <a:ext uri="{FF2B5EF4-FFF2-40B4-BE49-F238E27FC236}">
                  <a16:creationId xmlns:a16="http://schemas.microsoft.com/office/drawing/2014/main" id="{16D13EEA-B4CA-4DEA-B9C6-22E327085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2471" y="4394309"/>
              <a:ext cx="564854" cy="348880"/>
            </a:xfrm>
            <a:prstGeom prst="rect">
              <a:avLst/>
            </a:prstGeom>
          </p:spPr>
        </p:pic>
        <p:pic>
          <p:nvPicPr>
            <p:cNvPr id="81" name="Image 132" descr="preencoded.png">
              <a:extLst>
                <a:ext uri="{FF2B5EF4-FFF2-40B4-BE49-F238E27FC236}">
                  <a16:creationId xmlns:a16="http://schemas.microsoft.com/office/drawing/2014/main" id="{5FE004F3-0BA1-4AA9-B0D2-784BEB832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22921" y="3760926"/>
              <a:ext cx="16614" cy="647920"/>
            </a:xfrm>
            <a:prstGeom prst="rect">
              <a:avLst/>
            </a:prstGeom>
          </p:spPr>
        </p:pic>
        <p:pic>
          <p:nvPicPr>
            <p:cNvPr id="87" name="Image 133" descr="preencoded.png">
              <a:extLst>
                <a:ext uri="{FF2B5EF4-FFF2-40B4-BE49-F238E27FC236}">
                  <a16:creationId xmlns:a16="http://schemas.microsoft.com/office/drawing/2014/main" id="{8885FCCD-1709-478F-858A-A3B9E8625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1540" y="4376955"/>
              <a:ext cx="24919" cy="33228"/>
            </a:xfrm>
            <a:prstGeom prst="rect">
              <a:avLst/>
            </a:prstGeom>
          </p:spPr>
        </p:pic>
        <p:pic>
          <p:nvPicPr>
            <p:cNvPr id="89" name="Image 134" descr="preencoded.png">
              <a:extLst>
                <a:ext uri="{FF2B5EF4-FFF2-40B4-BE49-F238E27FC236}">
                  <a16:creationId xmlns:a16="http://schemas.microsoft.com/office/drawing/2014/main" id="{633F37C7-73FB-4297-882E-52799F589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157940" y="3250730"/>
              <a:ext cx="1221082" cy="1885613"/>
            </a:xfrm>
            <a:prstGeom prst="rect">
              <a:avLst/>
            </a:prstGeom>
          </p:spPr>
        </p:pic>
        <p:pic>
          <p:nvPicPr>
            <p:cNvPr id="90" name="Image 135" descr="preencoded.png">
              <a:extLst>
                <a:ext uri="{FF2B5EF4-FFF2-40B4-BE49-F238E27FC236}">
                  <a16:creationId xmlns:a16="http://schemas.microsoft.com/office/drawing/2014/main" id="{632F1989-8432-4326-BD02-A55B1AA9F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550296" y="4243642"/>
              <a:ext cx="647921" cy="689453"/>
            </a:xfrm>
            <a:prstGeom prst="rect">
              <a:avLst/>
            </a:prstGeom>
          </p:spPr>
        </p:pic>
        <p:pic>
          <p:nvPicPr>
            <p:cNvPr id="92" name="Image 136" descr="preencoded.png">
              <a:extLst>
                <a:ext uri="{FF2B5EF4-FFF2-40B4-BE49-F238E27FC236}">
                  <a16:creationId xmlns:a16="http://schemas.microsoft.com/office/drawing/2014/main" id="{28340877-C637-477D-9841-C612758EB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681262" y="4531098"/>
              <a:ext cx="33227" cy="33228"/>
            </a:xfrm>
            <a:prstGeom prst="rect">
              <a:avLst/>
            </a:prstGeom>
          </p:spPr>
        </p:pic>
        <p:pic>
          <p:nvPicPr>
            <p:cNvPr id="93" name="Image 137" descr="preencoded.png">
              <a:extLst>
                <a:ext uri="{FF2B5EF4-FFF2-40B4-BE49-F238E27FC236}">
                  <a16:creationId xmlns:a16="http://schemas.microsoft.com/office/drawing/2014/main" id="{1ACF3A6A-977E-47C7-BB97-7307C53F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616636" y="4311326"/>
              <a:ext cx="24919" cy="49840"/>
            </a:xfrm>
            <a:prstGeom prst="rect">
              <a:avLst/>
            </a:prstGeom>
          </p:spPr>
        </p:pic>
        <p:pic>
          <p:nvPicPr>
            <p:cNvPr id="94" name="Image 138" descr="preencoded.png">
              <a:extLst>
                <a:ext uri="{FF2B5EF4-FFF2-40B4-BE49-F238E27FC236}">
                  <a16:creationId xmlns:a16="http://schemas.microsoft.com/office/drawing/2014/main" id="{0284BFA7-1382-4A37-9E70-0CC01FF3B9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06579" y="3373588"/>
              <a:ext cx="1295843" cy="1187853"/>
            </a:xfrm>
            <a:prstGeom prst="rect">
              <a:avLst/>
            </a:prstGeom>
          </p:spPr>
        </p:pic>
        <p:pic>
          <p:nvPicPr>
            <p:cNvPr id="95" name="Image 139" descr="preencoded.png">
              <a:extLst>
                <a:ext uri="{FF2B5EF4-FFF2-40B4-BE49-F238E27FC236}">
                  <a16:creationId xmlns:a16="http://schemas.microsoft.com/office/drawing/2014/main" id="{A5A8E798-DF16-4EC6-B4E3-4AE2E9AE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169571" y="4531536"/>
              <a:ext cx="58146" cy="24919"/>
            </a:xfrm>
            <a:prstGeom prst="rect">
              <a:avLst/>
            </a:prstGeom>
          </p:spPr>
        </p:pic>
        <p:pic>
          <p:nvPicPr>
            <p:cNvPr id="97" name="Image 140" descr="preencoded.png">
              <a:extLst>
                <a:ext uri="{FF2B5EF4-FFF2-40B4-BE49-F238E27FC236}">
                  <a16:creationId xmlns:a16="http://schemas.microsoft.com/office/drawing/2014/main" id="{BBD39C63-BB15-4D1F-8399-B24AEFF40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31125" y="5115744"/>
              <a:ext cx="41534" cy="74759"/>
            </a:xfrm>
            <a:prstGeom prst="rect">
              <a:avLst/>
            </a:prstGeom>
          </p:spPr>
        </p:pic>
        <p:pic>
          <p:nvPicPr>
            <p:cNvPr id="98" name="Image 141" descr="preencoded.png">
              <a:extLst>
                <a:ext uri="{FF2B5EF4-FFF2-40B4-BE49-F238E27FC236}">
                  <a16:creationId xmlns:a16="http://schemas.microsoft.com/office/drawing/2014/main" id="{BADD0B08-E39A-4E2F-8AC7-E7E98BA1F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62909" y="4110887"/>
              <a:ext cx="1121402" cy="440253"/>
            </a:xfrm>
            <a:prstGeom prst="rect">
              <a:avLst/>
            </a:prstGeom>
          </p:spPr>
        </p:pic>
        <p:pic>
          <p:nvPicPr>
            <p:cNvPr id="99" name="Image 142" descr="preencoded.png">
              <a:extLst>
                <a:ext uri="{FF2B5EF4-FFF2-40B4-BE49-F238E27FC236}">
                  <a16:creationId xmlns:a16="http://schemas.microsoft.com/office/drawing/2014/main" id="{599B9C52-07B0-47CD-ADBC-5DE14893F6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076617" y="4124591"/>
              <a:ext cx="946961" cy="299040"/>
            </a:xfrm>
            <a:prstGeom prst="rect">
              <a:avLst/>
            </a:prstGeom>
          </p:spPr>
        </p:pic>
        <p:pic>
          <p:nvPicPr>
            <p:cNvPr id="100" name="Image 143" descr="preencoded.png">
              <a:extLst>
                <a:ext uri="{FF2B5EF4-FFF2-40B4-BE49-F238E27FC236}">
                  <a16:creationId xmlns:a16="http://schemas.microsoft.com/office/drawing/2014/main" id="{A6943B1B-497F-4E69-86B4-EC6AD387E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27861" y="4309735"/>
              <a:ext cx="41534" cy="58147"/>
            </a:xfrm>
            <a:prstGeom prst="rect">
              <a:avLst/>
            </a:prstGeom>
          </p:spPr>
        </p:pic>
        <p:pic>
          <p:nvPicPr>
            <p:cNvPr id="101" name="Image 144" descr="preencoded.png">
              <a:extLst>
                <a:ext uri="{FF2B5EF4-FFF2-40B4-BE49-F238E27FC236}">
                  <a16:creationId xmlns:a16="http://schemas.microsoft.com/office/drawing/2014/main" id="{F13F2558-7829-45C5-B9A8-AAC802047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1612743" y="4229726"/>
              <a:ext cx="132907" cy="99681"/>
            </a:xfrm>
            <a:prstGeom prst="rect">
              <a:avLst/>
            </a:prstGeom>
          </p:spPr>
        </p:pic>
        <p:pic>
          <p:nvPicPr>
            <p:cNvPr id="102" name="Image 145" descr="preencoded.png">
              <a:extLst>
                <a:ext uri="{FF2B5EF4-FFF2-40B4-BE49-F238E27FC236}">
                  <a16:creationId xmlns:a16="http://schemas.microsoft.com/office/drawing/2014/main" id="{7AA41B57-C16F-448B-A2DA-87FE63A88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1330636" y="4309499"/>
              <a:ext cx="315654" cy="58147"/>
            </a:xfrm>
            <a:prstGeom prst="rect">
              <a:avLst/>
            </a:prstGeom>
          </p:spPr>
        </p:pic>
        <p:pic>
          <p:nvPicPr>
            <p:cNvPr id="103" name="Image 146" descr="preencoded.png">
              <a:extLst>
                <a:ext uri="{FF2B5EF4-FFF2-40B4-BE49-F238E27FC236}">
                  <a16:creationId xmlns:a16="http://schemas.microsoft.com/office/drawing/2014/main" id="{C8A612EC-53CE-45B1-B1F7-83BDF65C62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628680" y="4348457"/>
              <a:ext cx="33227" cy="58147"/>
            </a:xfrm>
            <a:prstGeom prst="rect">
              <a:avLst/>
            </a:prstGeom>
          </p:spPr>
        </p:pic>
        <p:pic>
          <p:nvPicPr>
            <p:cNvPr id="104" name="Image 181" descr="preencoded.png">
              <a:extLst>
                <a:ext uri="{FF2B5EF4-FFF2-40B4-BE49-F238E27FC236}">
                  <a16:creationId xmlns:a16="http://schemas.microsoft.com/office/drawing/2014/main" id="{D1AD518B-EF0A-4355-88B8-FBA3208CD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99687" y="3377741"/>
              <a:ext cx="1312456" cy="1179547"/>
            </a:xfrm>
            <a:prstGeom prst="rect">
              <a:avLst/>
            </a:prstGeom>
          </p:spPr>
        </p:pic>
        <p:pic>
          <p:nvPicPr>
            <p:cNvPr id="105" name="Image 203" descr="preencoded.png">
              <a:extLst>
                <a:ext uri="{FF2B5EF4-FFF2-40B4-BE49-F238E27FC236}">
                  <a16:creationId xmlns:a16="http://schemas.microsoft.com/office/drawing/2014/main" id="{A1E109B1-09FB-4B51-9A80-7B46DEF07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715692" y="3765081"/>
              <a:ext cx="16614" cy="639613"/>
            </a:xfrm>
            <a:prstGeom prst="rect">
              <a:avLst/>
            </a:prstGeom>
          </p:spPr>
        </p:pic>
        <p:pic>
          <p:nvPicPr>
            <p:cNvPr id="106" name="Image 229" descr="preencoded.png">
              <a:extLst>
                <a:ext uri="{FF2B5EF4-FFF2-40B4-BE49-F238E27FC236}">
                  <a16:creationId xmlns:a16="http://schemas.microsoft.com/office/drawing/2014/main" id="{788BDD3B-1D42-41F6-9508-FF3E95503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1067062" y="4115041"/>
              <a:ext cx="971882" cy="299040"/>
            </a:xfrm>
            <a:prstGeom prst="rect">
              <a:avLst/>
            </a:prstGeom>
          </p:spPr>
        </p:pic>
        <p:pic>
          <p:nvPicPr>
            <p:cNvPr id="107" name="Image 239" descr="preencoded.png">
              <a:extLst>
                <a:ext uri="{FF2B5EF4-FFF2-40B4-BE49-F238E27FC236}">
                  <a16:creationId xmlns:a16="http://schemas.microsoft.com/office/drawing/2014/main" id="{FF530A9A-B272-43C6-8250-B5E061B03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1334789" y="4233882"/>
              <a:ext cx="897121" cy="897120"/>
            </a:xfrm>
            <a:prstGeom prst="rect">
              <a:avLst/>
            </a:prstGeom>
          </p:spPr>
        </p:pic>
        <p:pic>
          <p:nvPicPr>
            <p:cNvPr id="109" name="Image 240" descr="preencoded.png">
              <a:extLst>
                <a:ext uri="{FF2B5EF4-FFF2-40B4-BE49-F238E27FC236}">
                  <a16:creationId xmlns:a16="http://schemas.microsoft.com/office/drawing/2014/main" id="{FB255FED-557E-4E67-9CEC-E597E5199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715692" y="4381111"/>
              <a:ext cx="573161" cy="373801"/>
            </a:xfrm>
            <a:prstGeom prst="rect">
              <a:avLst/>
            </a:prstGeom>
          </p:spPr>
        </p:pic>
        <p:pic>
          <p:nvPicPr>
            <p:cNvPr id="110" name="Image 242" descr="preencoded.png">
              <a:extLst>
                <a:ext uri="{FF2B5EF4-FFF2-40B4-BE49-F238E27FC236}">
                  <a16:creationId xmlns:a16="http://schemas.microsoft.com/office/drawing/2014/main" id="{169EA737-650D-4603-A6D8-39FB1D818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/>
            <a:stretch>
              <a:fillRect/>
            </a:stretch>
          </p:blipFill>
          <p:spPr>
            <a:xfrm>
              <a:off x="1173723" y="4535255"/>
              <a:ext cx="531627" cy="24919"/>
            </a:xfrm>
            <a:prstGeom prst="rect">
              <a:avLst/>
            </a:prstGeom>
          </p:spPr>
        </p:pic>
        <p:pic>
          <p:nvPicPr>
            <p:cNvPr id="111" name="Image 244" descr="preencoded.png">
              <a:extLst>
                <a:ext uri="{FF2B5EF4-FFF2-40B4-BE49-F238E27FC236}">
                  <a16:creationId xmlns:a16="http://schemas.microsoft.com/office/drawing/2014/main" id="{46A80A47-0B8D-4235-B71B-87DB61E9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1244744" y="4730565"/>
              <a:ext cx="365494" cy="24919"/>
            </a:xfrm>
            <a:prstGeom prst="rect">
              <a:avLst/>
            </a:prstGeom>
          </p:spPr>
        </p:pic>
        <p:pic>
          <p:nvPicPr>
            <p:cNvPr id="112" name="Image 251" descr="preencoded.png">
              <a:extLst>
                <a:ext uri="{FF2B5EF4-FFF2-40B4-BE49-F238E27FC236}">
                  <a16:creationId xmlns:a16="http://schemas.microsoft.com/office/drawing/2014/main" id="{9CF450BE-0443-462B-A1D6-DB8C25AC7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/>
            <a:stretch>
              <a:fillRect/>
            </a:stretch>
          </p:blipFill>
          <p:spPr>
            <a:xfrm>
              <a:off x="1701031" y="4911899"/>
              <a:ext cx="265814" cy="274121"/>
            </a:xfrm>
            <a:prstGeom prst="rect">
              <a:avLst/>
            </a:prstGeom>
          </p:spPr>
        </p:pic>
        <p:pic>
          <p:nvPicPr>
            <p:cNvPr id="113" name="Image 253" descr="preencoded.png">
              <a:extLst>
                <a:ext uri="{FF2B5EF4-FFF2-40B4-BE49-F238E27FC236}">
                  <a16:creationId xmlns:a16="http://schemas.microsoft.com/office/drawing/2014/main" id="{718CCB19-E167-46AD-AD92-02D9CE698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/>
            <a:stretch>
              <a:fillRect/>
            </a:stretch>
          </p:blipFill>
          <p:spPr>
            <a:xfrm>
              <a:off x="1935279" y="5010582"/>
              <a:ext cx="323961" cy="174439"/>
            </a:xfrm>
            <a:prstGeom prst="rect">
              <a:avLst/>
            </a:prstGeom>
          </p:spPr>
        </p:pic>
        <p:sp>
          <p:nvSpPr>
            <p:cNvPr id="114" name="Shape 9">
              <a:extLst>
                <a:ext uri="{FF2B5EF4-FFF2-40B4-BE49-F238E27FC236}">
                  <a16:creationId xmlns:a16="http://schemas.microsoft.com/office/drawing/2014/main" id="{F0AA134B-870C-456B-ABC9-A2001C3C1AA4}"/>
                </a:ext>
              </a:extLst>
            </p:cNvPr>
            <p:cNvSpPr/>
            <p:nvPr/>
          </p:nvSpPr>
          <p:spPr>
            <a:xfrm rot="13302000">
              <a:off x="1001110" y="3537312"/>
              <a:ext cx="111142" cy="104332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15" name="Shape 10">
              <a:extLst>
                <a:ext uri="{FF2B5EF4-FFF2-40B4-BE49-F238E27FC236}">
                  <a16:creationId xmlns:a16="http://schemas.microsoft.com/office/drawing/2014/main" id="{B838D7DF-E901-4F6E-954E-ECF1DAF17E36}"/>
                </a:ext>
              </a:extLst>
            </p:cNvPr>
            <p:cNvSpPr/>
            <p:nvPr/>
          </p:nvSpPr>
          <p:spPr>
            <a:xfrm>
              <a:off x="1162924" y="3537394"/>
              <a:ext cx="932010" cy="36218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16" name="Shape 11">
              <a:extLst>
                <a:ext uri="{FF2B5EF4-FFF2-40B4-BE49-F238E27FC236}">
                  <a16:creationId xmlns:a16="http://schemas.microsoft.com/office/drawing/2014/main" id="{0D16C1AB-335E-43F7-ADB4-A3B11020E9C3}"/>
                </a:ext>
              </a:extLst>
            </p:cNvPr>
            <p:cNvSpPr/>
            <p:nvPr/>
          </p:nvSpPr>
          <p:spPr>
            <a:xfrm rot="21588000">
              <a:off x="1159436" y="3600693"/>
              <a:ext cx="454873" cy="36881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17" name="Shape 16">
              <a:extLst>
                <a:ext uri="{FF2B5EF4-FFF2-40B4-BE49-F238E27FC236}">
                  <a16:creationId xmlns:a16="http://schemas.microsoft.com/office/drawing/2014/main" id="{D8C5C000-ECA7-491F-A4A2-AD8680EA0915}"/>
                </a:ext>
              </a:extLst>
            </p:cNvPr>
            <p:cNvSpPr/>
            <p:nvPr/>
          </p:nvSpPr>
          <p:spPr>
            <a:xfrm rot="17760000">
              <a:off x="1003685" y="3710755"/>
              <a:ext cx="105329" cy="101840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20" name="Shape 17">
              <a:extLst>
                <a:ext uri="{FF2B5EF4-FFF2-40B4-BE49-F238E27FC236}">
                  <a16:creationId xmlns:a16="http://schemas.microsoft.com/office/drawing/2014/main" id="{E8DAA706-9A87-42AC-B095-E12C06277A6B}"/>
                </a:ext>
              </a:extLst>
            </p:cNvPr>
            <p:cNvSpPr/>
            <p:nvPr/>
          </p:nvSpPr>
          <p:spPr>
            <a:xfrm>
              <a:off x="1160433" y="3709924"/>
              <a:ext cx="931512" cy="36052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21" name="Shape 18">
              <a:extLst>
                <a:ext uri="{FF2B5EF4-FFF2-40B4-BE49-F238E27FC236}">
                  <a16:creationId xmlns:a16="http://schemas.microsoft.com/office/drawing/2014/main" id="{191F42B0-F8F3-4446-BC06-284CAC2BE0D4}"/>
                </a:ext>
              </a:extLst>
            </p:cNvPr>
            <p:cNvSpPr/>
            <p:nvPr/>
          </p:nvSpPr>
          <p:spPr>
            <a:xfrm>
              <a:off x="1163672" y="3772389"/>
              <a:ext cx="720688" cy="35719"/>
            </a:xfrm>
            <a:prstGeom prst="roundRect">
              <a:avLst/>
            </a:prstGeom>
            <a:solidFill>
              <a:srgbClr val="C8D1E4"/>
            </a:solidFill>
            <a:ln/>
          </p:spPr>
        </p:sp>
        <p:sp>
          <p:nvSpPr>
            <p:cNvPr id="124" name="Shape 23">
              <a:extLst>
                <a:ext uri="{FF2B5EF4-FFF2-40B4-BE49-F238E27FC236}">
                  <a16:creationId xmlns:a16="http://schemas.microsoft.com/office/drawing/2014/main" id="{6825D910-9D97-4583-9665-9A4508DE1211}"/>
                </a:ext>
              </a:extLst>
            </p:cNvPr>
            <p:cNvSpPr/>
            <p:nvPr/>
          </p:nvSpPr>
          <p:spPr>
            <a:xfrm rot="21594000">
              <a:off x="804076" y="3856787"/>
              <a:ext cx="28243" cy="263653"/>
            </a:xfrm>
            <a:prstGeom prst="roundRect">
              <a:avLst/>
            </a:prstGeom>
            <a:solidFill>
              <a:srgbClr val="373736"/>
            </a:solidFill>
            <a:ln/>
          </p:spPr>
        </p:sp>
        <p:sp>
          <p:nvSpPr>
            <p:cNvPr id="125" name="Shape 24">
              <a:extLst>
                <a:ext uri="{FF2B5EF4-FFF2-40B4-BE49-F238E27FC236}">
                  <a16:creationId xmlns:a16="http://schemas.microsoft.com/office/drawing/2014/main" id="{5FC439D8-E0EE-49C9-A0D3-FE36C445E00A}"/>
                </a:ext>
              </a:extLst>
            </p:cNvPr>
            <p:cNvSpPr/>
            <p:nvPr/>
          </p:nvSpPr>
          <p:spPr>
            <a:xfrm rot="15420000">
              <a:off x="1003353" y="3879796"/>
              <a:ext cx="108652" cy="104830"/>
            </a:xfrm>
            <a:prstGeom prst="ellipse">
              <a:avLst/>
            </a:prstGeom>
            <a:solidFill>
              <a:srgbClr val="C8D1E4"/>
            </a:solidFill>
            <a:ln/>
          </p:spPr>
        </p:sp>
        <p:sp>
          <p:nvSpPr>
            <p:cNvPr id="126" name="Shape 25">
              <a:extLst>
                <a:ext uri="{FF2B5EF4-FFF2-40B4-BE49-F238E27FC236}">
                  <a16:creationId xmlns:a16="http://schemas.microsoft.com/office/drawing/2014/main" id="{499EEBD7-AD9F-4961-BB8D-EDCA21FB7ECE}"/>
                </a:ext>
              </a:extLst>
            </p:cNvPr>
            <p:cNvSpPr/>
            <p:nvPr/>
          </p:nvSpPr>
          <p:spPr>
            <a:xfrm>
              <a:off x="1162093" y="3914850"/>
              <a:ext cx="592599" cy="37047"/>
            </a:xfrm>
            <a:prstGeom prst="roundRect">
              <a:avLst/>
            </a:prstGeom>
            <a:solidFill>
              <a:srgbClr val="C8D1E4"/>
            </a:solidFill>
            <a:ln/>
          </p:spPr>
        </p:sp>
        <p:pic>
          <p:nvPicPr>
            <p:cNvPr id="127" name="Image 386" descr="preencoded.png">
              <a:extLst>
                <a:ext uri="{FF2B5EF4-FFF2-40B4-BE49-F238E27FC236}">
                  <a16:creationId xmlns:a16="http://schemas.microsoft.com/office/drawing/2014/main" id="{46470289-3A32-445B-89E2-B58B5A35A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/>
            <a:stretch>
              <a:fillRect/>
            </a:stretch>
          </p:blipFill>
          <p:spPr>
            <a:xfrm>
              <a:off x="2225950" y="3928439"/>
              <a:ext cx="124601" cy="124601"/>
            </a:xfrm>
            <a:prstGeom prst="rect">
              <a:avLst/>
            </a:prstGeom>
          </p:spPr>
        </p:pic>
        <p:sp>
          <p:nvSpPr>
            <p:cNvPr id="128" name="Shape 33">
              <a:extLst>
                <a:ext uri="{FF2B5EF4-FFF2-40B4-BE49-F238E27FC236}">
                  <a16:creationId xmlns:a16="http://schemas.microsoft.com/office/drawing/2014/main" id="{B4B11505-C5D0-48E1-8099-E53E9FE0A61B}"/>
                </a:ext>
              </a:extLst>
            </p:cNvPr>
            <p:cNvSpPr/>
            <p:nvPr/>
          </p:nvSpPr>
          <p:spPr>
            <a:xfrm rot="72000">
              <a:off x="1105691" y="4165296"/>
              <a:ext cx="87386" cy="49840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32" name="Shape 34">
              <a:extLst>
                <a:ext uri="{FF2B5EF4-FFF2-40B4-BE49-F238E27FC236}">
                  <a16:creationId xmlns:a16="http://schemas.microsoft.com/office/drawing/2014/main" id="{3F5E0202-4356-4E59-9137-D47FC8C00814}"/>
                </a:ext>
              </a:extLst>
            </p:cNvPr>
            <p:cNvSpPr/>
            <p:nvPr/>
          </p:nvSpPr>
          <p:spPr>
            <a:xfrm rot="21570000">
              <a:off x="1679848" y="4165131"/>
              <a:ext cx="85227" cy="49674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2" name="Shape 35">
              <a:extLst>
                <a:ext uri="{FF2B5EF4-FFF2-40B4-BE49-F238E27FC236}">
                  <a16:creationId xmlns:a16="http://schemas.microsoft.com/office/drawing/2014/main" id="{AE778B23-7582-4133-89F2-D1C904DC2724}"/>
                </a:ext>
              </a:extLst>
            </p:cNvPr>
            <p:cNvSpPr/>
            <p:nvPr/>
          </p:nvSpPr>
          <p:spPr>
            <a:xfrm rot="21588000">
              <a:off x="1906038" y="4164963"/>
              <a:ext cx="87055" cy="50837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4" name="Shape 36">
              <a:extLst>
                <a:ext uri="{FF2B5EF4-FFF2-40B4-BE49-F238E27FC236}">
                  <a16:creationId xmlns:a16="http://schemas.microsoft.com/office/drawing/2014/main" id="{36767359-071C-4A24-A833-CA79DC9563D8}"/>
                </a:ext>
              </a:extLst>
            </p:cNvPr>
            <p:cNvSpPr/>
            <p:nvPr/>
          </p:nvSpPr>
          <p:spPr>
            <a:xfrm rot="24000">
              <a:off x="1220156" y="4167040"/>
              <a:ext cx="86223" cy="49175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5" name="Shape 37">
              <a:extLst>
                <a:ext uri="{FF2B5EF4-FFF2-40B4-BE49-F238E27FC236}">
                  <a16:creationId xmlns:a16="http://schemas.microsoft.com/office/drawing/2014/main" id="{D3D72F8A-3E2E-4D26-BAD3-741B3FBA4341}"/>
                </a:ext>
              </a:extLst>
            </p:cNvPr>
            <p:cNvSpPr/>
            <p:nvPr/>
          </p:nvSpPr>
          <p:spPr>
            <a:xfrm rot="12000">
              <a:off x="1336200" y="4166541"/>
              <a:ext cx="84230" cy="48677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6" name="Shape 38">
              <a:extLst>
                <a:ext uri="{FF2B5EF4-FFF2-40B4-BE49-F238E27FC236}">
                  <a16:creationId xmlns:a16="http://schemas.microsoft.com/office/drawing/2014/main" id="{D733C84C-A276-4051-B253-470609401D76}"/>
                </a:ext>
              </a:extLst>
            </p:cNvPr>
            <p:cNvSpPr/>
            <p:nvPr/>
          </p:nvSpPr>
          <p:spPr>
            <a:xfrm rot="24000">
              <a:off x="1450998" y="4165960"/>
              <a:ext cx="85227" cy="4900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7" name="Shape 39">
              <a:extLst>
                <a:ext uri="{FF2B5EF4-FFF2-40B4-BE49-F238E27FC236}">
                  <a16:creationId xmlns:a16="http://schemas.microsoft.com/office/drawing/2014/main" id="{5138B95A-7D20-4337-A710-F17FD989087A}"/>
                </a:ext>
              </a:extLst>
            </p:cNvPr>
            <p:cNvSpPr/>
            <p:nvPr/>
          </p:nvSpPr>
          <p:spPr>
            <a:xfrm rot="18000">
              <a:off x="1565217" y="4166127"/>
              <a:ext cx="85393" cy="495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8" name="Shape 40">
              <a:extLst>
                <a:ext uri="{FF2B5EF4-FFF2-40B4-BE49-F238E27FC236}">
                  <a16:creationId xmlns:a16="http://schemas.microsoft.com/office/drawing/2014/main" id="{17C918A3-6406-4835-A4DF-1BBD8F733509}"/>
                </a:ext>
              </a:extLst>
            </p:cNvPr>
            <p:cNvSpPr/>
            <p:nvPr/>
          </p:nvSpPr>
          <p:spPr>
            <a:xfrm rot="84000">
              <a:off x="1793318" y="4165546"/>
              <a:ext cx="86223" cy="50172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49" name="Shape 45">
              <a:extLst>
                <a:ext uri="{FF2B5EF4-FFF2-40B4-BE49-F238E27FC236}">
                  <a16:creationId xmlns:a16="http://schemas.microsoft.com/office/drawing/2014/main" id="{6F295352-1D54-4B4A-8400-7DCB555DDE47}"/>
                </a:ext>
              </a:extLst>
            </p:cNvPr>
            <p:cNvSpPr/>
            <p:nvPr/>
          </p:nvSpPr>
          <p:spPr>
            <a:xfrm rot="21534000">
              <a:off x="1108847" y="4236983"/>
              <a:ext cx="141878" cy="52001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0" name="Shape 46">
              <a:extLst>
                <a:ext uri="{FF2B5EF4-FFF2-40B4-BE49-F238E27FC236}">
                  <a16:creationId xmlns:a16="http://schemas.microsoft.com/office/drawing/2014/main" id="{2417412E-85AF-49D7-8AF3-9CD13667732A}"/>
                </a:ext>
              </a:extLst>
            </p:cNvPr>
            <p:cNvSpPr/>
            <p:nvPr/>
          </p:nvSpPr>
          <p:spPr>
            <a:xfrm rot="30000">
              <a:off x="1276726" y="4237563"/>
              <a:ext cx="87055" cy="52165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1" name="Shape 47">
              <a:extLst>
                <a:ext uri="{FF2B5EF4-FFF2-40B4-BE49-F238E27FC236}">
                  <a16:creationId xmlns:a16="http://schemas.microsoft.com/office/drawing/2014/main" id="{724531BC-25A1-4599-BF67-35F07534BDFD}"/>
                </a:ext>
              </a:extLst>
            </p:cNvPr>
            <p:cNvSpPr/>
            <p:nvPr/>
          </p:nvSpPr>
          <p:spPr>
            <a:xfrm rot="12000">
              <a:off x="1845816" y="4237813"/>
              <a:ext cx="146862" cy="50671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2" name="Shape 48">
              <a:extLst>
                <a:ext uri="{FF2B5EF4-FFF2-40B4-BE49-F238E27FC236}">
                  <a16:creationId xmlns:a16="http://schemas.microsoft.com/office/drawing/2014/main" id="{4FCC6473-54E8-4138-B41D-1C1C3EAFED34}"/>
                </a:ext>
              </a:extLst>
            </p:cNvPr>
            <p:cNvSpPr/>
            <p:nvPr/>
          </p:nvSpPr>
          <p:spPr>
            <a:xfrm rot="36000">
              <a:off x="1389529" y="4239808"/>
              <a:ext cx="85227" cy="5033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3" name="Shape 49">
              <a:extLst>
                <a:ext uri="{FF2B5EF4-FFF2-40B4-BE49-F238E27FC236}">
                  <a16:creationId xmlns:a16="http://schemas.microsoft.com/office/drawing/2014/main" id="{22C7A6C3-D0AA-4BB7-921C-4D794C48C9F6}"/>
                </a:ext>
              </a:extLst>
            </p:cNvPr>
            <p:cNvSpPr/>
            <p:nvPr/>
          </p:nvSpPr>
          <p:spPr>
            <a:xfrm rot="21552000">
              <a:off x="1503165" y="4239640"/>
              <a:ext cx="84395" cy="50339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4" name="Shape 50">
              <a:extLst>
                <a:ext uri="{FF2B5EF4-FFF2-40B4-BE49-F238E27FC236}">
                  <a16:creationId xmlns:a16="http://schemas.microsoft.com/office/drawing/2014/main" id="{E1080A48-A771-4ACC-8F09-73AB97432532}"/>
                </a:ext>
              </a:extLst>
            </p:cNvPr>
            <p:cNvSpPr/>
            <p:nvPr/>
          </p:nvSpPr>
          <p:spPr>
            <a:xfrm rot="21588000">
              <a:off x="1732179" y="4239059"/>
              <a:ext cx="87386" cy="500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5" name="Shape 54">
              <a:extLst>
                <a:ext uri="{FF2B5EF4-FFF2-40B4-BE49-F238E27FC236}">
                  <a16:creationId xmlns:a16="http://schemas.microsoft.com/office/drawing/2014/main" id="{C6724658-6096-4267-B661-D73DF2C0E101}"/>
                </a:ext>
              </a:extLst>
            </p:cNvPr>
            <p:cNvSpPr/>
            <p:nvPr/>
          </p:nvSpPr>
          <p:spPr>
            <a:xfrm rot="48000">
              <a:off x="1104693" y="4313404"/>
              <a:ext cx="87220" cy="51334"/>
            </a:xfrm>
            <a:prstGeom prst="roundRect">
              <a:avLst/>
            </a:prstGeom>
            <a:solidFill>
              <a:srgbClr val="B4C1D2"/>
            </a:solidFill>
            <a:ln/>
          </p:spPr>
        </p:sp>
        <p:sp>
          <p:nvSpPr>
            <p:cNvPr id="156" name="Shape 55">
              <a:extLst>
                <a:ext uri="{FF2B5EF4-FFF2-40B4-BE49-F238E27FC236}">
                  <a16:creationId xmlns:a16="http://schemas.microsoft.com/office/drawing/2014/main" id="{67ED1F39-91A5-4021-B5AD-66A67B487A2E}"/>
                </a:ext>
              </a:extLst>
            </p:cNvPr>
            <p:cNvSpPr/>
            <p:nvPr/>
          </p:nvSpPr>
          <p:spPr>
            <a:xfrm>
              <a:off x="1219741" y="4314483"/>
              <a:ext cx="85227" cy="50006"/>
            </a:xfrm>
            <a:prstGeom prst="roundRect">
              <a:avLst/>
            </a:prstGeom>
            <a:solidFill>
              <a:srgbClr val="B4C1D2"/>
            </a:solidFill>
            <a:ln/>
          </p:spPr>
        </p:sp>
        <p:pic>
          <p:nvPicPr>
            <p:cNvPr id="157" name="Image 394" descr="preencoded.png">
              <a:extLst>
                <a:ext uri="{FF2B5EF4-FFF2-40B4-BE49-F238E27FC236}">
                  <a16:creationId xmlns:a16="http://schemas.microsoft.com/office/drawing/2014/main" id="{5B39B0C1-3CD6-47F6-A4FD-F72DAAA99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/>
            <a:stretch>
              <a:fillRect/>
            </a:stretch>
          </p:blipFill>
          <p:spPr>
            <a:xfrm>
              <a:off x="1792570" y="4314566"/>
              <a:ext cx="83067" cy="49840"/>
            </a:xfrm>
            <a:prstGeom prst="rect">
              <a:avLst/>
            </a:prstGeom>
          </p:spPr>
        </p:pic>
        <p:pic>
          <p:nvPicPr>
            <p:cNvPr id="158" name="Image 395" descr="preencoded.png">
              <a:extLst>
                <a:ext uri="{FF2B5EF4-FFF2-40B4-BE49-F238E27FC236}">
                  <a16:creationId xmlns:a16="http://schemas.microsoft.com/office/drawing/2014/main" id="{54F3BA6A-7F8E-4BD9-9FCC-8C47509D4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1906205" y="4315481"/>
              <a:ext cx="83067" cy="49840"/>
            </a:xfrm>
            <a:prstGeom prst="rect">
              <a:avLst/>
            </a:prstGeom>
          </p:spPr>
        </p:pic>
        <p:pic>
          <p:nvPicPr>
            <p:cNvPr id="159" name="Image 396" descr="preencoded.png">
              <a:extLst>
                <a:ext uri="{FF2B5EF4-FFF2-40B4-BE49-F238E27FC236}">
                  <a16:creationId xmlns:a16="http://schemas.microsoft.com/office/drawing/2014/main" id="{D34DB12D-9611-482F-9A6A-FD4499B73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1741452" y="4744033"/>
              <a:ext cx="33227" cy="41535"/>
            </a:xfrm>
            <a:prstGeom prst="rect">
              <a:avLst/>
            </a:prstGeom>
          </p:spPr>
        </p:pic>
        <p:sp>
          <p:nvSpPr>
            <p:cNvPr id="160" name="Shape 136">
              <a:extLst>
                <a:ext uri="{FF2B5EF4-FFF2-40B4-BE49-F238E27FC236}">
                  <a16:creationId xmlns:a16="http://schemas.microsoft.com/office/drawing/2014/main" id="{79D92E4A-8BD1-472B-A2C6-C9C6589D78C3}"/>
                </a:ext>
              </a:extLst>
            </p:cNvPr>
            <p:cNvSpPr/>
            <p:nvPr/>
          </p:nvSpPr>
          <p:spPr>
            <a:xfrm>
              <a:off x="2238225" y="3940025"/>
              <a:ext cx="100512" cy="100511"/>
            </a:xfrm>
            <a:prstGeom prst="ellipse">
              <a:avLst/>
            </a:prstGeom>
            <a:solidFill>
              <a:srgbClr val="7C7C7C"/>
            </a:solidFill>
            <a:ln/>
          </p:spPr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0E1A96FA-7C03-44DA-8FB0-F9143BF612CD}"/>
                </a:ext>
              </a:extLst>
            </p:cNvPr>
            <p:cNvSpPr/>
            <p:nvPr/>
          </p:nvSpPr>
          <p:spPr>
            <a:xfrm>
              <a:off x="2394822" y="3599906"/>
              <a:ext cx="418695" cy="3285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A61E663-641C-493F-AC13-39AE112979B0}"/>
              </a:ext>
            </a:extLst>
          </p:cNvPr>
          <p:cNvSpPr/>
          <p:nvPr/>
        </p:nvSpPr>
        <p:spPr>
          <a:xfrm>
            <a:off x="55201" y="1179315"/>
            <a:ext cx="3553523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D66B6-3388-41FC-9E4F-2BDB6AFEE863}"/>
              </a:ext>
            </a:extLst>
          </p:cNvPr>
          <p:cNvSpPr txBox="1"/>
          <p:nvPr/>
        </p:nvSpPr>
        <p:spPr>
          <a:xfrm>
            <a:off x="27492" y="4564308"/>
            <a:ext cx="1319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데이터 입력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D05FD33-B46D-4A58-B33F-2C99255233E9}"/>
              </a:ext>
            </a:extLst>
          </p:cNvPr>
          <p:cNvSpPr txBox="1"/>
          <p:nvPr/>
        </p:nvSpPr>
        <p:spPr>
          <a:xfrm>
            <a:off x="-2699935" y="3704604"/>
            <a:ext cx="15856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브랜드 아이덴티티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브랜드 활성화 방향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맞춤 브랜딩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보고서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04D1DEA-25EE-439B-B4CA-6BFA79359E92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565279" y="3207833"/>
            <a:ext cx="894132" cy="894132"/>
          </a:xfrm>
          <a:prstGeom prst="rect">
            <a:avLst/>
          </a:prstGeom>
        </p:spPr>
      </p:pic>
      <p:sp>
        <p:nvSpPr>
          <p:cNvPr id="166" name="TextBox 165">
            <a:extLst>
              <a:ext uri="{FF2B5EF4-FFF2-40B4-BE49-F238E27FC236}">
                <a16:creationId xmlns:a16="http://schemas.microsoft.com/office/drawing/2014/main" id="{DE289A21-1369-43D6-9077-6B17F9FAC3BB}"/>
              </a:ext>
            </a:extLst>
          </p:cNvPr>
          <p:cNvSpPr txBox="1"/>
          <p:nvPr/>
        </p:nvSpPr>
        <p:spPr>
          <a:xfrm>
            <a:off x="1522904" y="3963465"/>
            <a:ext cx="8851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 융합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83CBC0F-791B-404E-ACF4-8E9FDAA28AB5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296220" y="4690142"/>
            <a:ext cx="380811" cy="380811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D0D5CAB4-B040-49AC-95DD-BB4E2447B8C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996100" y="2130631"/>
            <a:ext cx="380811" cy="38081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1E9BDB7-934B-4DBC-A914-7C4BCAECA7CF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76688" y="4678822"/>
            <a:ext cx="380811" cy="380811"/>
          </a:xfrm>
          <a:prstGeom prst="rect">
            <a:avLst/>
          </a:prstGeom>
        </p:spPr>
      </p:pic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CB264098-4A55-4EA7-8633-EBF1D6ACFFCD}"/>
              </a:ext>
            </a:extLst>
          </p:cNvPr>
          <p:cNvCxnSpPr>
            <a:cxnSpLocks/>
          </p:cNvCxnSpPr>
          <p:nvPr/>
        </p:nvCxnSpPr>
        <p:spPr>
          <a:xfrm flipV="1">
            <a:off x="1986053" y="4274606"/>
            <a:ext cx="0" cy="3139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A448E911-ABAA-4BF3-9306-0B07F464B86D}"/>
              </a:ext>
            </a:extLst>
          </p:cNvPr>
          <p:cNvSpPr txBox="1"/>
          <p:nvPr/>
        </p:nvSpPr>
        <p:spPr>
          <a:xfrm>
            <a:off x="994714" y="5058432"/>
            <a:ext cx="19415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유동인구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추정매출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상권현황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96B415A-5260-4BE4-A98C-EB1042403DF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564075" y="2082607"/>
            <a:ext cx="380811" cy="380811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19561C1D-880B-494D-8105-6116DBCB8469}"/>
              </a:ext>
            </a:extLst>
          </p:cNvPr>
          <p:cNvSpPr txBox="1"/>
          <p:nvPr/>
        </p:nvSpPr>
        <p:spPr>
          <a:xfrm>
            <a:off x="1330107" y="2571845"/>
            <a:ext cx="13644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지도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지하철 데이터</a:t>
            </a:r>
          </a:p>
        </p:txBody>
      </p: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7DA6AE40-50C8-4770-80C8-F835EF028543}"/>
              </a:ext>
            </a:extLst>
          </p:cNvPr>
          <p:cNvCxnSpPr>
            <a:cxnSpLocks/>
          </p:cNvCxnSpPr>
          <p:nvPr/>
        </p:nvCxnSpPr>
        <p:spPr>
          <a:xfrm>
            <a:off x="1996100" y="2892694"/>
            <a:ext cx="0" cy="31513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4" name="그림 43">
            <a:extLst>
              <a:ext uri="{FF2B5EF4-FFF2-40B4-BE49-F238E27FC236}">
                <a16:creationId xmlns:a16="http://schemas.microsoft.com/office/drawing/2014/main" id="{6758B142-0C99-4993-9407-43E02A005127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257156" y="4677622"/>
            <a:ext cx="380809" cy="380809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6867E18-7EA7-47A1-98B0-32292EFB4AFF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687973" y="3293539"/>
            <a:ext cx="729895" cy="729895"/>
          </a:xfrm>
          <a:prstGeom prst="rect">
            <a:avLst/>
          </a:prstGeom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51AA329D-CAD1-4AE7-8F05-112A703350BF}"/>
              </a:ext>
            </a:extLst>
          </p:cNvPr>
          <p:cNvSpPr txBox="1"/>
          <p:nvPr/>
        </p:nvSpPr>
        <p:spPr>
          <a:xfrm>
            <a:off x="2450527" y="3963465"/>
            <a:ext cx="11929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JSON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파일 생성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835F695-0C0D-4EB8-A2AB-F4D129BE5ED6}"/>
              </a:ext>
            </a:extLst>
          </p:cNvPr>
          <p:cNvSpPr/>
          <p:nvPr/>
        </p:nvSpPr>
        <p:spPr>
          <a:xfrm>
            <a:off x="65669" y="1194870"/>
            <a:ext cx="3543056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1.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입력 기반 데이터 융합</a:t>
            </a:r>
          </a:p>
        </p:txBody>
      </p:sp>
      <p:sp>
        <p:nvSpPr>
          <p:cNvPr id="282" name="사각형: 둥근 모서리 281">
            <a:extLst>
              <a:ext uri="{FF2B5EF4-FFF2-40B4-BE49-F238E27FC236}">
                <a16:creationId xmlns:a16="http://schemas.microsoft.com/office/drawing/2014/main" id="{F73391EC-C0ED-4EF2-A48F-39AEF34AECE7}"/>
              </a:ext>
            </a:extLst>
          </p:cNvPr>
          <p:cNvSpPr/>
          <p:nvPr/>
        </p:nvSpPr>
        <p:spPr>
          <a:xfrm>
            <a:off x="3674780" y="1179315"/>
            <a:ext cx="2615462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BE8C0C91-8B16-4401-8151-730A58B5B833}"/>
              </a:ext>
            </a:extLst>
          </p:cNvPr>
          <p:cNvSpPr/>
          <p:nvPr/>
        </p:nvSpPr>
        <p:spPr>
          <a:xfrm>
            <a:off x="3684015" y="1194870"/>
            <a:ext cx="2607758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2.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다면적 상권 심층 분석</a:t>
            </a:r>
          </a:p>
        </p:txBody>
      </p:sp>
      <p:sp>
        <p:nvSpPr>
          <p:cNvPr id="304" name="사각형: 둥근 모서리 303">
            <a:extLst>
              <a:ext uri="{FF2B5EF4-FFF2-40B4-BE49-F238E27FC236}">
                <a16:creationId xmlns:a16="http://schemas.microsoft.com/office/drawing/2014/main" id="{A85BB003-EE8E-4563-B222-DCA26D513970}"/>
              </a:ext>
            </a:extLst>
          </p:cNvPr>
          <p:cNvSpPr/>
          <p:nvPr/>
        </p:nvSpPr>
        <p:spPr>
          <a:xfrm>
            <a:off x="3786141" y="1873427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5" name="사각형: 둥근 모서리 304">
            <a:extLst>
              <a:ext uri="{FF2B5EF4-FFF2-40B4-BE49-F238E27FC236}">
                <a16:creationId xmlns:a16="http://schemas.microsoft.com/office/drawing/2014/main" id="{1FF6F1AC-BA8A-46BE-ABD9-B8F2A1B4017F}"/>
              </a:ext>
            </a:extLst>
          </p:cNvPr>
          <p:cNvSpPr/>
          <p:nvPr/>
        </p:nvSpPr>
        <p:spPr>
          <a:xfrm>
            <a:off x="3795377" y="1888982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분석 </a:t>
            </a:r>
            <a:endParaRPr lang="en-US" altLang="ko-KR" sz="9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에이전트</a:t>
            </a:r>
          </a:p>
        </p:txBody>
      </p:sp>
      <p:sp>
        <p:nvSpPr>
          <p:cNvPr id="306" name="사각형: 둥근 모서리 305">
            <a:extLst>
              <a:ext uri="{FF2B5EF4-FFF2-40B4-BE49-F238E27FC236}">
                <a16:creationId xmlns:a16="http://schemas.microsoft.com/office/drawing/2014/main" id="{E47B6663-6F8C-4589-AFE4-F157E269C6F2}"/>
              </a:ext>
            </a:extLst>
          </p:cNvPr>
          <p:cNvSpPr/>
          <p:nvPr/>
        </p:nvSpPr>
        <p:spPr>
          <a:xfrm>
            <a:off x="3786141" y="3154241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7" name="사각형: 둥근 모서리 306">
            <a:extLst>
              <a:ext uri="{FF2B5EF4-FFF2-40B4-BE49-F238E27FC236}">
                <a16:creationId xmlns:a16="http://schemas.microsoft.com/office/drawing/2014/main" id="{91668258-B5BD-41E9-80CC-E7BDA3C17750}"/>
              </a:ext>
            </a:extLst>
          </p:cNvPr>
          <p:cNvSpPr/>
          <p:nvPr/>
        </p:nvSpPr>
        <p:spPr>
          <a:xfrm>
            <a:off x="3795377" y="3169796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</a:t>
            </a:r>
            <a:endParaRPr lang="en-US" altLang="ko-KR" sz="9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에이전트</a:t>
            </a:r>
          </a:p>
        </p:txBody>
      </p:sp>
      <p:sp>
        <p:nvSpPr>
          <p:cNvPr id="308" name="사각형: 둥근 모서리 307">
            <a:extLst>
              <a:ext uri="{FF2B5EF4-FFF2-40B4-BE49-F238E27FC236}">
                <a16:creationId xmlns:a16="http://schemas.microsoft.com/office/drawing/2014/main" id="{D509AD29-48E9-41E2-983D-851A5622D057}"/>
              </a:ext>
            </a:extLst>
          </p:cNvPr>
          <p:cNvSpPr/>
          <p:nvPr/>
        </p:nvSpPr>
        <p:spPr>
          <a:xfrm>
            <a:off x="3786141" y="4435055"/>
            <a:ext cx="1335759" cy="116432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9" name="사각형: 둥근 모서리 308">
            <a:extLst>
              <a:ext uri="{FF2B5EF4-FFF2-40B4-BE49-F238E27FC236}">
                <a16:creationId xmlns:a16="http://schemas.microsoft.com/office/drawing/2014/main" id="{EFFC781A-831D-444B-B829-4A0136C0A06D}"/>
              </a:ext>
            </a:extLst>
          </p:cNvPr>
          <p:cNvSpPr/>
          <p:nvPr/>
        </p:nvSpPr>
        <p:spPr>
          <a:xfrm>
            <a:off x="3795377" y="4450610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D6FE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 에이전트</a:t>
            </a:r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DBDC69F2-E0EF-4613-87AB-F77BF0258DB9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969653" y="2344149"/>
            <a:ext cx="414499" cy="392539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C9DAD88-372C-4173-BFEA-F896FB727A6A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16427" y="2342793"/>
            <a:ext cx="473198" cy="392539"/>
          </a:xfrm>
          <a:prstGeom prst="rect">
            <a:avLst/>
          </a:prstGeom>
        </p:spPr>
      </p:pic>
      <p:sp>
        <p:nvSpPr>
          <p:cNvPr id="310" name="TextBox 309">
            <a:extLst>
              <a:ext uri="{FF2B5EF4-FFF2-40B4-BE49-F238E27FC236}">
                <a16:creationId xmlns:a16="http://schemas.microsoft.com/office/drawing/2014/main" id="{DFD2746A-E9D5-4DC8-87F9-A540E0D43157}"/>
              </a:ext>
            </a:extLst>
          </p:cNvPr>
          <p:cNvSpPr txBox="1"/>
          <p:nvPr/>
        </p:nvSpPr>
        <p:spPr>
          <a:xfrm>
            <a:off x="3734927" y="2805960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상권활성화 점수 산출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(0-100)</a:t>
            </a: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88F93258-BD2E-4E0C-9E2A-F7F6D6DB2FCB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959237" y="3592862"/>
            <a:ext cx="435330" cy="43533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219F387F-6BA4-4EB0-A117-E9C5E3E0EB7A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516427" y="3616859"/>
            <a:ext cx="435330" cy="420819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A18A25E7-FB57-456D-AD64-D02B38B46075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662042" y="3488052"/>
            <a:ext cx="155923" cy="137154"/>
          </a:xfrm>
          <a:prstGeom prst="rect">
            <a:avLst/>
          </a:prstGeom>
        </p:spPr>
      </p:pic>
      <p:sp>
        <p:nvSpPr>
          <p:cNvPr id="311" name="TextBox 310">
            <a:extLst>
              <a:ext uri="{FF2B5EF4-FFF2-40B4-BE49-F238E27FC236}">
                <a16:creationId xmlns:a16="http://schemas.microsoft.com/office/drawing/2014/main" id="{0C717753-B58E-43AA-8C3F-8A0270AFB699}"/>
              </a:ext>
            </a:extLst>
          </p:cNvPr>
          <p:cNvSpPr txBox="1"/>
          <p:nvPr/>
        </p:nvSpPr>
        <p:spPr>
          <a:xfrm>
            <a:off x="3734927" y="4043747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유사업종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 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32846789-44B3-40BD-A9E1-F5C1FE6947C3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980822" y="4854142"/>
            <a:ext cx="473198" cy="434198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13B904DD-C722-4182-B6D5-DD33529478D4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526174" y="4861023"/>
            <a:ext cx="364713" cy="438641"/>
          </a:xfrm>
          <a:prstGeom prst="rect">
            <a:avLst/>
          </a:prstGeom>
        </p:spPr>
      </p:pic>
      <p:sp>
        <p:nvSpPr>
          <p:cNvPr id="312" name="TextBox 311">
            <a:extLst>
              <a:ext uri="{FF2B5EF4-FFF2-40B4-BE49-F238E27FC236}">
                <a16:creationId xmlns:a16="http://schemas.microsoft.com/office/drawing/2014/main" id="{DB87C7FD-B4D7-4DF0-B441-0C9F393BA2F5}"/>
              </a:ext>
            </a:extLst>
          </p:cNvPr>
          <p:cNvSpPr txBox="1"/>
          <p:nvPr/>
        </p:nvSpPr>
        <p:spPr>
          <a:xfrm>
            <a:off x="3734927" y="5316123"/>
            <a:ext cx="14741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업종 포지셔닝 비교</a:t>
            </a:r>
            <a:endParaRPr lang="en-US" altLang="ko-KR" sz="7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마케팅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인사이트 제시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325" name="직선 화살표 연결선 324">
            <a:extLst>
              <a:ext uri="{FF2B5EF4-FFF2-40B4-BE49-F238E27FC236}">
                <a16:creationId xmlns:a16="http://schemas.microsoft.com/office/drawing/2014/main" id="{4A1BAA5E-A0DA-48B9-BB42-9F74DA8B802A}"/>
              </a:ext>
            </a:extLst>
          </p:cNvPr>
          <p:cNvCxnSpPr>
            <a:cxnSpLocks/>
          </p:cNvCxnSpPr>
          <p:nvPr/>
        </p:nvCxnSpPr>
        <p:spPr>
          <a:xfrm>
            <a:off x="5233261" y="3675250"/>
            <a:ext cx="143374" cy="2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3" name="TextBox 332">
            <a:extLst>
              <a:ext uri="{FF2B5EF4-FFF2-40B4-BE49-F238E27FC236}">
                <a16:creationId xmlns:a16="http://schemas.microsoft.com/office/drawing/2014/main" id="{FEC162C6-ED2B-4D1C-9FC6-E75D2325C1B3}"/>
              </a:ext>
            </a:extLst>
          </p:cNvPr>
          <p:cNvSpPr txBox="1"/>
          <p:nvPr/>
        </p:nvSpPr>
        <p:spPr>
          <a:xfrm>
            <a:off x="5302442" y="2619271"/>
            <a:ext cx="885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0EB456F8-0175-4683-ACF6-0783E5624A6F}"/>
              </a:ext>
            </a:extLst>
          </p:cNvPr>
          <p:cNvSpPr txBox="1"/>
          <p:nvPr/>
        </p:nvSpPr>
        <p:spPr>
          <a:xfrm>
            <a:off x="5235920" y="3846264"/>
            <a:ext cx="1018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F0FB1FC7-E585-41D1-98A9-2BFC9FB2FF65}"/>
              </a:ext>
            </a:extLst>
          </p:cNvPr>
          <p:cNvSpPr txBox="1"/>
          <p:nvPr/>
        </p:nvSpPr>
        <p:spPr>
          <a:xfrm>
            <a:off x="5218288" y="5132994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</a:t>
            </a:r>
            <a:endParaRPr lang="en-US" altLang="ko-KR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368" name="사각형: 둥근 모서리 367">
            <a:extLst>
              <a:ext uri="{FF2B5EF4-FFF2-40B4-BE49-F238E27FC236}">
                <a16:creationId xmlns:a16="http://schemas.microsoft.com/office/drawing/2014/main" id="{AC58BCB0-0E3C-45A2-82CF-99EC418663C1}"/>
              </a:ext>
            </a:extLst>
          </p:cNvPr>
          <p:cNvSpPr/>
          <p:nvPr/>
        </p:nvSpPr>
        <p:spPr>
          <a:xfrm>
            <a:off x="6375175" y="1179315"/>
            <a:ext cx="5764571" cy="4728993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2" name="사각형: 둥근 모서리 371">
            <a:extLst>
              <a:ext uri="{FF2B5EF4-FFF2-40B4-BE49-F238E27FC236}">
                <a16:creationId xmlns:a16="http://schemas.microsoft.com/office/drawing/2014/main" id="{BBC9E7B4-378B-41BF-869F-30BF7922CD55}"/>
              </a:ext>
            </a:extLst>
          </p:cNvPr>
          <p:cNvSpPr/>
          <p:nvPr/>
        </p:nvSpPr>
        <p:spPr>
          <a:xfrm>
            <a:off x="6384410" y="1194870"/>
            <a:ext cx="5749328" cy="536141"/>
          </a:xfrm>
          <a:prstGeom prst="roundRect">
            <a:avLst>
              <a:gd name="adj" fmla="val 26807"/>
            </a:avLst>
          </a:prstGeom>
          <a:solidFill>
            <a:srgbClr val="E9F2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Phase 3. </a:t>
            </a:r>
            <a:r>
              <a:rPr lang="ko-KR" altLang="en-US" sz="14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및 통합 분석</a:t>
            </a:r>
          </a:p>
        </p:txBody>
      </p:sp>
      <p:sp>
        <p:nvSpPr>
          <p:cNvPr id="375" name="사각형: 둥근 모서리 374">
            <a:extLst>
              <a:ext uri="{FF2B5EF4-FFF2-40B4-BE49-F238E27FC236}">
                <a16:creationId xmlns:a16="http://schemas.microsoft.com/office/drawing/2014/main" id="{3117B53C-835A-43AA-A2E2-5C233CA202C0}"/>
              </a:ext>
            </a:extLst>
          </p:cNvPr>
          <p:cNvSpPr/>
          <p:nvPr/>
        </p:nvSpPr>
        <p:spPr>
          <a:xfrm>
            <a:off x="8920381" y="1812480"/>
            <a:ext cx="1335759" cy="2287067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6" name="사각형: 둥근 모서리 375">
            <a:extLst>
              <a:ext uri="{FF2B5EF4-FFF2-40B4-BE49-F238E27FC236}">
                <a16:creationId xmlns:a16="http://schemas.microsoft.com/office/drawing/2014/main" id="{7C62B17C-BFCD-457D-B53D-6CBE13ABA6F0}"/>
              </a:ext>
            </a:extLst>
          </p:cNvPr>
          <p:cNvSpPr/>
          <p:nvPr/>
        </p:nvSpPr>
        <p:spPr>
          <a:xfrm>
            <a:off x="8929617" y="1826843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F0FE9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에이전트</a:t>
            </a:r>
          </a:p>
        </p:txBody>
      </p:sp>
      <p:sp>
        <p:nvSpPr>
          <p:cNvPr id="377" name="사각형: 둥근 모서리 376">
            <a:extLst>
              <a:ext uri="{FF2B5EF4-FFF2-40B4-BE49-F238E27FC236}">
                <a16:creationId xmlns:a16="http://schemas.microsoft.com/office/drawing/2014/main" id="{B8DE5737-CC8D-4334-964E-014AA5214237}"/>
              </a:ext>
            </a:extLst>
          </p:cNvPr>
          <p:cNvSpPr/>
          <p:nvPr/>
        </p:nvSpPr>
        <p:spPr>
          <a:xfrm>
            <a:off x="6465639" y="3007067"/>
            <a:ext cx="1335759" cy="1523140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8" name="사각형: 둥근 모서리 377">
            <a:extLst>
              <a:ext uri="{FF2B5EF4-FFF2-40B4-BE49-F238E27FC236}">
                <a16:creationId xmlns:a16="http://schemas.microsoft.com/office/drawing/2014/main" id="{07039F99-5AD4-4F04-A6F2-4B3E3F1294BE}"/>
              </a:ext>
            </a:extLst>
          </p:cNvPr>
          <p:cNvSpPr/>
          <p:nvPr/>
        </p:nvSpPr>
        <p:spPr>
          <a:xfrm>
            <a:off x="6474875" y="3022622"/>
            <a:ext cx="1316320" cy="312751"/>
          </a:xfrm>
          <a:prstGeom prst="roundRect">
            <a:avLst>
              <a:gd name="adj" fmla="val 26807"/>
            </a:avLst>
          </a:prstGeom>
          <a:solidFill>
            <a:srgbClr val="F0FE9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MBTI </a:t>
            </a:r>
            <a:r>
              <a:rPr lang="ko-KR" altLang="en-US" sz="9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 에이전트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98559564-29FF-4BFD-BEA3-4D8179980D84}"/>
              </a:ext>
            </a:extLst>
          </p:cNvPr>
          <p:cNvSpPr txBox="1"/>
          <p:nvPr/>
        </p:nvSpPr>
        <p:spPr>
          <a:xfrm>
            <a:off x="8907726" y="2675399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 추천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1F6C9D5A-76C8-4B86-A4C5-9DB33B7D7791}"/>
              </a:ext>
            </a:extLst>
          </p:cNvPr>
          <p:cNvSpPr txBox="1"/>
          <p:nvPr/>
        </p:nvSpPr>
        <p:spPr>
          <a:xfrm>
            <a:off x="6414425" y="4192466"/>
            <a:ext cx="14741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입력 매장 분석</a:t>
            </a:r>
            <a:endParaRPr lang="en-US" altLang="ko-KR" sz="7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MBTI </a:t>
            </a: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도출</a:t>
            </a:r>
            <a:r>
              <a:rPr lang="en-US" altLang="ko-KR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(0-100)</a:t>
            </a:r>
          </a:p>
        </p:txBody>
      </p: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C08481FA-F5C4-4943-AF5F-3D358E02D3E0}"/>
              </a:ext>
            </a:extLst>
          </p:cNvPr>
          <p:cNvCxnSpPr>
            <a:cxnSpLocks/>
          </p:cNvCxnSpPr>
          <p:nvPr/>
        </p:nvCxnSpPr>
        <p:spPr>
          <a:xfrm flipV="1">
            <a:off x="1298617" y="3677668"/>
            <a:ext cx="2046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2" name="그림 401">
            <a:extLst>
              <a:ext uri="{FF2B5EF4-FFF2-40B4-BE49-F238E27FC236}">
                <a16:creationId xmlns:a16="http://schemas.microsoft.com/office/drawing/2014/main" id="{D0B98AEB-854B-45C2-B07E-1AF08B9A4806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5454541" y="4509875"/>
            <a:ext cx="521389" cy="618939"/>
          </a:xfrm>
          <a:prstGeom prst="rect">
            <a:avLst/>
          </a:prstGeom>
        </p:spPr>
      </p:pic>
      <p:pic>
        <p:nvPicPr>
          <p:cNvPr id="404" name="그림 403">
            <a:extLst>
              <a:ext uri="{FF2B5EF4-FFF2-40B4-BE49-F238E27FC236}">
                <a16:creationId xmlns:a16="http://schemas.microsoft.com/office/drawing/2014/main" id="{67120022-3B62-4537-908A-4C35328342AE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458387" y="3224903"/>
            <a:ext cx="518854" cy="626668"/>
          </a:xfrm>
          <a:prstGeom prst="rect">
            <a:avLst/>
          </a:prstGeom>
        </p:spPr>
      </p:pic>
      <p:pic>
        <p:nvPicPr>
          <p:cNvPr id="406" name="그림 405">
            <a:extLst>
              <a:ext uri="{FF2B5EF4-FFF2-40B4-BE49-F238E27FC236}">
                <a16:creationId xmlns:a16="http://schemas.microsoft.com/office/drawing/2014/main" id="{9B4A4F33-0C57-47A1-873F-028AC7C5319F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5475154" y="1996418"/>
            <a:ext cx="500776" cy="618408"/>
          </a:xfrm>
          <a:prstGeom prst="rect">
            <a:avLst/>
          </a:prstGeom>
        </p:spPr>
      </p:pic>
      <p:pic>
        <p:nvPicPr>
          <p:cNvPr id="408" name="그림 407">
            <a:extLst>
              <a:ext uri="{FF2B5EF4-FFF2-40B4-BE49-F238E27FC236}">
                <a16:creationId xmlns:a16="http://schemas.microsoft.com/office/drawing/2014/main" id="{4260B7D5-DB3D-4E52-BD7E-7DEB7AA31C79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496279" y="3396142"/>
            <a:ext cx="1093397" cy="763642"/>
          </a:xfrm>
          <a:prstGeom prst="rect">
            <a:avLst/>
          </a:prstGeom>
        </p:spPr>
      </p:pic>
      <p:pic>
        <p:nvPicPr>
          <p:cNvPr id="416" name="그림 415">
            <a:extLst>
              <a:ext uri="{FF2B5EF4-FFF2-40B4-BE49-F238E27FC236}">
                <a16:creationId xmlns:a16="http://schemas.microsoft.com/office/drawing/2014/main" id="{AC78E7A2-48E9-4F67-BEF5-655B07C72411}"/>
              </a:ext>
            </a:extLst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8967039" y="3523503"/>
            <a:ext cx="348142" cy="33253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51E5F02-132F-474A-AD04-0D9A264C7A43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886831" y="3277402"/>
            <a:ext cx="264427" cy="264427"/>
          </a:xfrm>
          <a:prstGeom prst="rect">
            <a:avLst/>
          </a:prstGeom>
        </p:spPr>
      </p:pic>
      <p:sp>
        <p:nvSpPr>
          <p:cNvPr id="165" name="TextBox 164">
            <a:extLst>
              <a:ext uri="{FF2B5EF4-FFF2-40B4-BE49-F238E27FC236}">
                <a16:creationId xmlns:a16="http://schemas.microsoft.com/office/drawing/2014/main" id="{64241CE3-71A7-49D5-AFF9-7388E04435FB}"/>
              </a:ext>
            </a:extLst>
          </p:cNvPr>
          <p:cNvSpPr txBox="1"/>
          <p:nvPr/>
        </p:nvSpPr>
        <p:spPr>
          <a:xfrm>
            <a:off x="8907726" y="3864989"/>
            <a:ext cx="137676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선택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 입력</a:t>
            </a:r>
            <a:r>
              <a:rPr lang="en-US" altLang="ko-KR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725013E-ED10-4BC5-98FC-6810A7C80F4D}"/>
              </a:ext>
            </a:extLst>
          </p:cNvPr>
          <p:cNvSpPr/>
          <p:nvPr/>
        </p:nvSpPr>
        <p:spPr>
          <a:xfrm>
            <a:off x="9794515" y="3270923"/>
            <a:ext cx="393844" cy="594066"/>
          </a:xfrm>
          <a:prstGeom prst="rect">
            <a:avLst/>
          </a:prstGeom>
          <a:noFill/>
          <a:ln w="19050">
            <a:solidFill>
              <a:srgbClr val="F58B9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pic>
        <p:nvPicPr>
          <p:cNvPr id="170" name="그림 169">
            <a:extLst>
              <a:ext uri="{FF2B5EF4-FFF2-40B4-BE49-F238E27FC236}">
                <a16:creationId xmlns:a16="http://schemas.microsoft.com/office/drawing/2014/main" id="{0A0F25A5-C18E-4689-9891-0D652FF25197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054607" y="2246350"/>
            <a:ext cx="530286" cy="5302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40B74E9-5565-441E-B21C-70BA1A6CBB3A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086328" y="3238765"/>
            <a:ext cx="503434" cy="663842"/>
          </a:xfrm>
          <a:prstGeom prst="rect">
            <a:avLst/>
          </a:prstGeom>
        </p:spPr>
      </p:pic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9A050DB8-C499-423C-9162-D19C720855CF}"/>
              </a:ext>
            </a:extLst>
          </p:cNvPr>
          <p:cNvCxnSpPr>
            <a:cxnSpLocks/>
          </p:cNvCxnSpPr>
          <p:nvPr/>
        </p:nvCxnSpPr>
        <p:spPr>
          <a:xfrm flipV="1">
            <a:off x="8327407" y="2998239"/>
            <a:ext cx="3259" cy="1731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5" name="그림 3">
            <a:extLst>
              <a:ext uri="{FF2B5EF4-FFF2-40B4-BE49-F238E27FC236}">
                <a16:creationId xmlns:a16="http://schemas.microsoft.com/office/drawing/2014/main" id="{E100DA82-38EC-4C34-AB87-30636C52F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093" y="1836496"/>
            <a:ext cx="347313" cy="346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6" name="TextBox 175">
            <a:extLst>
              <a:ext uri="{FF2B5EF4-FFF2-40B4-BE49-F238E27FC236}">
                <a16:creationId xmlns:a16="http://schemas.microsoft.com/office/drawing/2014/main" id="{A7BB2E18-C572-45BE-8CBE-15B5F76C0AB4}"/>
              </a:ext>
            </a:extLst>
          </p:cNvPr>
          <p:cNvSpPr txBox="1"/>
          <p:nvPr/>
        </p:nvSpPr>
        <p:spPr>
          <a:xfrm>
            <a:off x="7836006" y="3905646"/>
            <a:ext cx="9941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MBTI </a:t>
            </a:r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8122849-7D89-4794-A8BF-9534AA362E56}"/>
              </a:ext>
            </a:extLst>
          </p:cNvPr>
          <p:cNvSpPr txBox="1"/>
          <p:nvPr/>
        </p:nvSpPr>
        <p:spPr>
          <a:xfrm>
            <a:off x="7755028" y="2762311"/>
            <a:ext cx="11512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클러스터링</a:t>
            </a:r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C5927F20-0B56-482A-A540-22B5ACF9F88F}"/>
              </a:ext>
            </a:extLst>
          </p:cNvPr>
          <p:cNvSpPr/>
          <p:nvPr/>
        </p:nvSpPr>
        <p:spPr>
          <a:xfrm>
            <a:off x="8439793" y="4650600"/>
            <a:ext cx="1335759" cy="1178069"/>
          </a:xfrm>
          <a:prstGeom prst="roundRect">
            <a:avLst>
              <a:gd name="adj" fmla="val 3538"/>
            </a:avLst>
          </a:prstGeom>
          <a:noFill/>
          <a:ln>
            <a:solidFill>
              <a:srgbClr val="1947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CBF0BA13-3637-4DCF-A908-2422F4C40DFD}"/>
              </a:ext>
            </a:extLst>
          </p:cNvPr>
          <p:cNvSpPr/>
          <p:nvPr/>
        </p:nvSpPr>
        <p:spPr>
          <a:xfrm>
            <a:off x="8449028" y="4666155"/>
            <a:ext cx="1326523" cy="312751"/>
          </a:xfrm>
          <a:prstGeom prst="roundRect">
            <a:avLst>
              <a:gd name="adj" fmla="val 26807"/>
            </a:avLst>
          </a:prstGeom>
          <a:solidFill>
            <a:srgbClr val="F0FE9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최종 분석 에이전트</a:t>
            </a:r>
            <a:endParaRPr lang="ko-KR" altLang="en-US" sz="9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05AD406-D643-44D2-9CD5-19FE3C10C8A7}"/>
              </a:ext>
            </a:extLst>
          </p:cNvPr>
          <p:cNvSpPr txBox="1"/>
          <p:nvPr/>
        </p:nvSpPr>
        <p:spPr>
          <a:xfrm>
            <a:off x="8412667" y="5520892"/>
            <a:ext cx="14741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최종 분석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7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솔루션 탐색</a:t>
            </a:r>
            <a:endParaRPr lang="en-US" altLang="ko-KR" sz="700" b="1" dirty="0">
              <a:solidFill>
                <a:schemeClr val="tx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85" name="그림 184">
            <a:extLst>
              <a:ext uri="{FF2B5EF4-FFF2-40B4-BE49-F238E27FC236}">
                <a16:creationId xmlns:a16="http://schemas.microsoft.com/office/drawing/2014/main" id="{B8092C6C-C5E1-4E4F-86AC-59337ADEE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8574" y="5081415"/>
            <a:ext cx="411929" cy="392499"/>
          </a:xfrm>
          <a:prstGeom prst="rect">
            <a:avLst/>
          </a:prstGeom>
        </p:spPr>
      </p:pic>
      <p:pic>
        <p:nvPicPr>
          <p:cNvPr id="186" name="그림 185">
            <a:extLst>
              <a:ext uri="{FF2B5EF4-FFF2-40B4-BE49-F238E27FC236}">
                <a16:creationId xmlns:a16="http://schemas.microsoft.com/office/drawing/2014/main" id="{F5647BA1-9AD1-40E1-816A-A8A3428A4EB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714918" y="5044460"/>
            <a:ext cx="336535" cy="44376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1EFF9AC5-91ED-426B-A64A-3EB5E1158212}"/>
              </a:ext>
            </a:extLst>
      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9363876" y="2106743"/>
            <a:ext cx="581823" cy="581823"/>
          </a:xfrm>
          <a:prstGeom prst="rect">
            <a:avLst/>
          </a:prstGeom>
        </p:spPr>
      </p:pic>
      <p:sp>
        <p:nvSpPr>
          <p:cNvPr id="188" name="TextBox 187">
            <a:extLst>
              <a:ext uri="{FF2B5EF4-FFF2-40B4-BE49-F238E27FC236}">
                <a16:creationId xmlns:a16="http://schemas.microsoft.com/office/drawing/2014/main" id="{81791E2B-5671-4B3E-B7EC-5798F0E60FCE}"/>
              </a:ext>
            </a:extLst>
          </p:cNvPr>
          <p:cNvSpPr txBox="1"/>
          <p:nvPr/>
        </p:nvSpPr>
        <p:spPr>
          <a:xfrm>
            <a:off x="10263596" y="2760755"/>
            <a:ext cx="1125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브랜딩 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DB</a:t>
            </a:r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311C5EC-E6FB-48A5-9604-AAE4A7F5FB48}"/>
              </a:ext>
            </a:extLst>
          </p:cNvPr>
          <p:cNvCxnSpPr>
            <a:cxnSpLocks/>
          </p:cNvCxnSpPr>
          <p:nvPr/>
        </p:nvCxnSpPr>
        <p:spPr>
          <a:xfrm flipH="1">
            <a:off x="9963077" y="2473342"/>
            <a:ext cx="48393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F252F1D-317D-4808-89D9-3F19453D167B}"/>
              </a:ext>
            </a:extLst>
          </p:cNvPr>
          <p:cNvCxnSpPr>
            <a:cxnSpLocks/>
          </p:cNvCxnSpPr>
          <p:nvPr/>
        </p:nvCxnSpPr>
        <p:spPr>
          <a:xfrm flipV="1">
            <a:off x="8705434" y="2511443"/>
            <a:ext cx="469174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E6A719FB-2B83-4DBA-8E29-64750D681265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10552467" y="2234598"/>
            <a:ext cx="536141" cy="536141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E10463DE-1FC9-4CF2-AE0B-1983B2CC25C5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753808" y="3429811"/>
            <a:ext cx="1107195" cy="770741"/>
          </a:xfrm>
          <a:prstGeom prst="rect">
            <a:avLst/>
          </a:prstGeom>
        </p:spPr>
      </p:pic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592D664-AE74-418F-99DA-67235D7EB69A}"/>
              </a:ext>
            </a:extLst>
          </p:cNvPr>
          <p:cNvCxnSpPr>
            <a:cxnSpLocks/>
          </p:cNvCxnSpPr>
          <p:nvPr/>
        </p:nvCxnSpPr>
        <p:spPr>
          <a:xfrm flipV="1">
            <a:off x="2508096" y="3677668"/>
            <a:ext cx="2046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BCAD2F2E-8383-47C3-BB95-7AA599DB0BD1}"/>
              </a:ext>
            </a:extLst>
          </p:cNvPr>
          <p:cNvCxnSpPr>
            <a:cxnSpLocks/>
          </p:cNvCxnSpPr>
          <p:nvPr/>
        </p:nvCxnSpPr>
        <p:spPr>
          <a:xfrm>
            <a:off x="5233261" y="2400591"/>
            <a:ext cx="143374" cy="2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37C901F2-779D-45AE-9EF4-4116B4B64D02}"/>
              </a:ext>
            </a:extLst>
          </p:cNvPr>
          <p:cNvCxnSpPr>
            <a:cxnSpLocks/>
          </p:cNvCxnSpPr>
          <p:nvPr/>
        </p:nvCxnSpPr>
        <p:spPr>
          <a:xfrm>
            <a:off x="5233261" y="4965608"/>
            <a:ext cx="143374" cy="2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화살표 연결선 200">
            <a:extLst>
              <a:ext uri="{FF2B5EF4-FFF2-40B4-BE49-F238E27FC236}">
                <a16:creationId xmlns:a16="http://schemas.microsoft.com/office/drawing/2014/main" id="{747D8F94-2506-439C-A6DF-73A249A6CD69}"/>
              </a:ext>
            </a:extLst>
          </p:cNvPr>
          <p:cNvCxnSpPr>
            <a:cxnSpLocks/>
          </p:cNvCxnSpPr>
          <p:nvPr/>
        </p:nvCxnSpPr>
        <p:spPr>
          <a:xfrm>
            <a:off x="7880583" y="3675250"/>
            <a:ext cx="143374" cy="2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0391A8C0-E947-4CDE-8D3E-7535B55B55B6}"/>
              </a:ext>
            </a:extLst>
          </p:cNvPr>
          <p:cNvCxnSpPr>
            <a:cxnSpLocks/>
          </p:cNvCxnSpPr>
          <p:nvPr/>
        </p:nvCxnSpPr>
        <p:spPr>
          <a:xfrm>
            <a:off x="8672376" y="3675250"/>
            <a:ext cx="143374" cy="2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5" name="Google Shape;93;p36">
            <a:extLst>
              <a:ext uri="{FF2B5EF4-FFF2-40B4-BE49-F238E27FC236}">
                <a16:creationId xmlns:a16="http://schemas.microsoft.com/office/drawing/2014/main" id="{7F9AAA5C-EC26-43D1-AF16-4F70BAF83CBC}"/>
              </a:ext>
            </a:extLst>
          </p:cNvPr>
          <p:cNvSpPr/>
          <p:nvPr/>
        </p:nvSpPr>
        <p:spPr>
          <a:xfrm rot="10800000">
            <a:off x="7821042" y="4124352"/>
            <a:ext cx="2572291" cy="511000"/>
          </a:xfrm>
          <a:custGeom>
            <a:avLst/>
            <a:gdLst/>
            <a:ahLst/>
            <a:cxnLst/>
            <a:rect l="l" t="t" r="r" b="b"/>
            <a:pathLst>
              <a:path w="3429000" h="771525" extrusionOk="0">
                <a:moveTo>
                  <a:pt x="3429000" y="771525"/>
                </a:moveTo>
                <a:cubicBezTo>
                  <a:pt x="2314575" y="600075"/>
                  <a:pt x="2057400" y="257175"/>
                  <a:pt x="2057400" y="257175"/>
                </a:cubicBezTo>
                <a:lnTo>
                  <a:pt x="2400300" y="257175"/>
                </a:lnTo>
                <a:lnTo>
                  <a:pt x="1714500" y="0"/>
                </a:lnTo>
                <a:lnTo>
                  <a:pt x="1028700" y="257175"/>
                </a:lnTo>
                <a:lnTo>
                  <a:pt x="1371600" y="257175"/>
                </a:lnTo>
                <a:cubicBezTo>
                  <a:pt x="1371600" y="257175"/>
                  <a:pt x="1114425" y="600075"/>
                  <a:pt x="0" y="771525"/>
                </a:cubicBezTo>
              </a:path>
            </a:pathLst>
          </a:custGeom>
          <a:gradFill>
            <a:gsLst>
              <a:gs pos="0">
                <a:srgbClr val="FFFFFF">
                  <a:alpha val="0"/>
                </a:srgbClr>
              </a:gs>
              <a:gs pos="26549">
                <a:srgbClr val="4F81BD">
                  <a:alpha val="33725"/>
                </a:srgbClr>
              </a:gs>
              <a:gs pos="50000">
                <a:srgbClr val="4F81BD">
                  <a:alpha val="49803"/>
                </a:srgbClr>
              </a:gs>
              <a:gs pos="76106">
                <a:srgbClr val="4F81BD">
                  <a:alpha val="80000"/>
                </a:srgbClr>
              </a:gs>
              <a:gs pos="89381">
                <a:schemeClr val="accent1"/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C7826FF-112E-4B09-A58A-62590BE4561E}"/>
              </a:ext>
            </a:extLst>
          </p:cNvPr>
          <p:cNvCxnSpPr>
            <a:cxnSpLocks/>
          </p:cNvCxnSpPr>
          <p:nvPr/>
        </p:nvCxnSpPr>
        <p:spPr>
          <a:xfrm>
            <a:off x="9587777" y="3003439"/>
            <a:ext cx="0" cy="23270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C39C749A-05EC-451E-910C-24570E8BC6B9}"/>
              </a:ext>
            </a:extLst>
          </p:cNvPr>
          <p:cNvSpPr txBox="1"/>
          <p:nvPr/>
        </p:nvSpPr>
        <p:spPr>
          <a:xfrm>
            <a:off x="10718550" y="4159621"/>
            <a:ext cx="1319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</a:t>
            </a:r>
            <a:r>
              <a:rPr lang="ko-KR" altLang="en-US" sz="12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브랜딩 솔루션</a:t>
            </a:r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cxnSp>
        <p:nvCxnSpPr>
          <p:cNvPr id="59" name="연결선: 꺾임 58">
            <a:extLst>
              <a:ext uri="{FF2B5EF4-FFF2-40B4-BE49-F238E27FC236}">
                <a16:creationId xmlns:a16="http://schemas.microsoft.com/office/drawing/2014/main" id="{84E93C8B-933C-4526-B8FF-F210B0F56A2C}"/>
              </a:ext>
            </a:extLst>
          </p:cNvPr>
          <p:cNvCxnSpPr>
            <a:cxnSpLocks/>
          </p:cNvCxnSpPr>
          <p:nvPr/>
        </p:nvCxnSpPr>
        <p:spPr>
          <a:xfrm flipV="1">
            <a:off x="9930066" y="3791792"/>
            <a:ext cx="685278" cy="1458107"/>
          </a:xfrm>
          <a:prstGeom prst="bentConnector3">
            <a:avLst>
              <a:gd name="adj1" fmla="val 6945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0577DF5B-0439-4615-B318-7CD168E1A68D}"/>
              </a:ext>
            </a:extLst>
          </p:cNvPr>
          <p:cNvSpPr txBox="1"/>
          <p:nvPr/>
        </p:nvSpPr>
        <p:spPr>
          <a:xfrm>
            <a:off x="7167315" y="5632854"/>
            <a:ext cx="1125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재정의 </a:t>
            </a:r>
            <a:r>
              <a:rPr lang="en-US" altLang="ko-KR" sz="12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DB</a:t>
            </a:r>
            <a:endParaRPr lang="ko-KR" altLang="en-US" sz="12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219" name="그림 218">
            <a:extLst>
              <a:ext uri="{FF2B5EF4-FFF2-40B4-BE49-F238E27FC236}">
                <a16:creationId xmlns:a16="http://schemas.microsoft.com/office/drawing/2014/main" id="{DB0A5373-36D1-413F-A6DF-93508BEC7BBC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7465472" y="5070209"/>
            <a:ext cx="536141" cy="536141"/>
          </a:xfrm>
          <a:prstGeom prst="rect">
            <a:avLst/>
          </a:prstGeom>
        </p:spPr>
      </p:pic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9FFBD2C7-DF15-4AB9-8123-564D041FA468}"/>
              </a:ext>
            </a:extLst>
          </p:cNvPr>
          <p:cNvCxnSpPr>
            <a:cxnSpLocks/>
          </p:cNvCxnSpPr>
          <p:nvPr/>
        </p:nvCxnSpPr>
        <p:spPr>
          <a:xfrm flipV="1">
            <a:off x="9985759" y="2562801"/>
            <a:ext cx="469174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직선 화살표 연결선 221">
            <a:extLst>
              <a:ext uri="{FF2B5EF4-FFF2-40B4-BE49-F238E27FC236}">
                <a16:creationId xmlns:a16="http://schemas.microsoft.com/office/drawing/2014/main" id="{DD79F63D-EDDC-49EE-B7DE-264B1EB98BD6}"/>
              </a:ext>
            </a:extLst>
          </p:cNvPr>
          <p:cNvCxnSpPr>
            <a:cxnSpLocks/>
          </p:cNvCxnSpPr>
          <p:nvPr/>
        </p:nvCxnSpPr>
        <p:spPr>
          <a:xfrm flipH="1">
            <a:off x="8097518" y="5309528"/>
            <a:ext cx="48393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2">
            <a:extLst>
              <a:ext uri="{FF2B5EF4-FFF2-40B4-BE49-F238E27FC236}">
                <a16:creationId xmlns:a16="http://schemas.microsoft.com/office/drawing/2014/main" id="{680C8A6E-8A74-400A-A754-9ADD0C4AA6FA}"/>
              </a:ext>
            </a:extLst>
          </p:cNvPr>
          <p:cNvCxnSpPr>
            <a:cxnSpLocks/>
          </p:cNvCxnSpPr>
          <p:nvPr/>
        </p:nvCxnSpPr>
        <p:spPr>
          <a:xfrm flipV="1">
            <a:off x="8120200" y="5398987"/>
            <a:ext cx="469174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4" name="그림 3">
            <a:extLst>
              <a:ext uri="{FF2B5EF4-FFF2-40B4-BE49-F238E27FC236}">
                <a16:creationId xmlns:a16="http://schemas.microsoft.com/office/drawing/2014/main" id="{850318B7-6D2B-49BC-95FF-85A9A57CE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2198" y="1836496"/>
            <a:ext cx="347313" cy="346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6" name="그림 3">
            <a:extLst>
              <a:ext uri="{FF2B5EF4-FFF2-40B4-BE49-F238E27FC236}">
                <a16:creationId xmlns:a16="http://schemas.microsoft.com/office/drawing/2014/main" id="{F4C7A1E6-8B6E-4D0B-92A9-7CBE2F4F1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885" y="4694849"/>
            <a:ext cx="347313" cy="346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EECFFA3F-D33E-492A-9BE1-6DF7C039C5A0}"/>
              </a:ext>
            </a:extLst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1307405" y="3181593"/>
            <a:ext cx="347313" cy="34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73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38" y="1047474"/>
            <a:ext cx="3364207" cy="913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8" y="1641401"/>
            <a:ext cx="3796155" cy="459359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0274" y="6211408"/>
            <a:ext cx="99681" cy="4153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822" y="1199652"/>
            <a:ext cx="132907" cy="1661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4622" y="1204054"/>
            <a:ext cx="149520" cy="29073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0748" y="1472443"/>
            <a:ext cx="149520" cy="16614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3462" y="1496283"/>
            <a:ext cx="16614" cy="15782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1774" y="1634574"/>
            <a:ext cx="3829382" cy="2492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97" y="1123313"/>
            <a:ext cx="16614" cy="531628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3180" y="1047141"/>
            <a:ext cx="465174" cy="531628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4460" y="1496283"/>
            <a:ext cx="24920" cy="116293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7770" y="1126244"/>
            <a:ext cx="606388" cy="440254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53221" y="1052872"/>
            <a:ext cx="490095" cy="166134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10267" y="1628858"/>
            <a:ext cx="240894" cy="454375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9239" y="3829382"/>
            <a:ext cx="49840" cy="2400632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21871" y="3595285"/>
            <a:ext cx="423641" cy="265814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06690" y="1635338"/>
            <a:ext cx="132907" cy="2209578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13921" y="1461893"/>
            <a:ext cx="182747" cy="2492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60403" y="1210284"/>
            <a:ext cx="83067" cy="265814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707427" y="1047141"/>
            <a:ext cx="99681" cy="2492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885647" y="1053869"/>
            <a:ext cx="2840886" cy="16614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728671" y="1201147"/>
            <a:ext cx="232587" cy="290734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41024" y="1485485"/>
            <a:ext cx="16614" cy="166134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22894" y="1628858"/>
            <a:ext cx="3538648" cy="2492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433264" y="1497363"/>
            <a:ext cx="107987" cy="2159739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882160" y="3640961"/>
            <a:ext cx="41534" cy="17444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977063" y="3801804"/>
            <a:ext cx="83067" cy="2433859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22811" y="6153178"/>
            <a:ext cx="3472194" cy="83067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417482" y="3652284"/>
            <a:ext cx="41534" cy="157827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052405" y="1053603"/>
            <a:ext cx="3538648" cy="531628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044347" y="1485485"/>
            <a:ext cx="24920" cy="41534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812588" y="1125734"/>
            <a:ext cx="614694" cy="440254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707427" y="1052640"/>
            <a:ext cx="357188" cy="166134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785198" y="1205633"/>
            <a:ext cx="49840" cy="282427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043766" y="3605517"/>
            <a:ext cx="24920" cy="33227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041024" y="1634423"/>
            <a:ext cx="16614" cy="2001911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915675" y="6222123"/>
            <a:ext cx="74760" cy="2492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952226" y="3648961"/>
            <a:ext cx="58147" cy="157827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139458" y="1639324"/>
            <a:ext cx="149520" cy="4319477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043246" y="3801468"/>
            <a:ext cx="24920" cy="182747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902552" y="3595348"/>
            <a:ext cx="365494" cy="265814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903715" y="3621964"/>
            <a:ext cx="157827" cy="4984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128909" y="5692904"/>
            <a:ext cx="24920" cy="323961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140206" y="1632347"/>
            <a:ext cx="3447274" cy="4601904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052487" y="1512647"/>
            <a:ext cx="91373" cy="2143125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1563807" y="1136105"/>
            <a:ext cx="16614" cy="515015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39790" y="1632347"/>
            <a:ext cx="3438968" cy="2492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136468" y="1524276"/>
            <a:ext cx="16614" cy="132907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017184" y="3651785"/>
            <a:ext cx="74760" cy="157827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607991" y="1049411"/>
            <a:ext cx="3355901" cy="83067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824139" y="1048715"/>
            <a:ext cx="1071563" cy="556548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864049" y="1047388"/>
            <a:ext cx="2940567" cy="16614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711581" y="1049657"/>
            <a:ext cx="3879222" cy="531628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13850" y="1057025"/>
            <a:ext cx="3829382" cy="598082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4524886" y="1056793"/>
            <a:ext cx="7052377" cy="598082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599937" y="1114508"/>
            <a:ext cx="3804462" cy="5133532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132394" y="1124974"/>
            <a:ext cx="3455582" cy="5125226"/>
          </a:xfrm>
          <a:prstGeom prst="rect">
            <a:avLst/>
          </a:prstGeom>
        </p:spPr>
      </p:pic>
      <p:pic>
        <p:nvPicPr>
          <p:cNvPr id="62" name="Image 60" descr="preencoded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4280975" y="1203805"/>
            <a:ext cx="124601" cy="8306"/>
          </a:xfrm>
          <a:prstGeom prst="rect">
            <a:avLst/>
          </a:prstGeom>
        </p:spPr>
      </p:pic>
      <p:pic>
        <p:nvPicPr>
          <p:cNvPr id="63" name="Image 61" descr="preencoded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7732824" y="1205300"/>
            <a:ext cx="224280" cy="282427"/>
          </a:xfrm>
          <a:prstGeom prst="rect">
            <a:avLst/>
          </a:prstGeom>
        </p:spPr>
      </p:pic>
      <p:pic>
        <p:nvPicPr>
          <p:cNvPr id="66" name="Image 64" descr="preencoded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218075" y="1466047"/>
            <a:ext cx="174440" cy="16614"/>
          </a:xfrm>
          <a:prstGeom prst="rect">
            <a:avLst/>
          </a:prstGeom>
        </p:spPr>
      </p:pic>
      <p:pic>
        <p:nvPicPr>
          <p:cNvPr id="67" name="Image 65" descr="preencoded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437334" y="1477261"/>
            <a:ext cx="91373" cy="2176352"/>
          </a:xfrm>
          <a:prstGeom prst="rect">
            <a:avLst/>
          </a:prstGeom>
        </p:spPr>
      </p:pic>
      <p:pic>
        <p:nvPicPr>
          <p:cNvPr id="68" name="Image 66" descr="preencoded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8045177" y="1477510"/>
            <a:ext cx="99681" cy="2176352"/>
          </a:xfrm>
          <a:prstGeom prst="rect">
            <a:avLst/>
          </a:prstGeom>
        </p:spPr>
      </p:pic>
      <p:pic>
        <p:nvPicPr>
          <p:cNvPr id="69" name="Image 67" descr="preencoded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4314427" y="1500437"/>
            <a:ext cx="440254" cy="4743118"/>
          </a:xfrm>
          <a:prstGeom prst="rect">
            <a:avLst/>
          </a:prstGeom>
        </p:spPr>
      </p:pic>
      <p:pic>
        <p:nvPicPr>
          <p:cNvPr id="70" name="Image 68" descr="preencoded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7906705" y="1528431"/>
            <a:ext cx="373801" cy="4485610"/>
          </a:xfrm>
          <a:prstGeom prst="rect">
            <a:avLst/>
          </a:prstGeom>
        </p:spPr>
      </p:pic>
      <p:pic>
        <p:nvPicPr>
          <p:cNvPr id="71" name="Image 69" descr="preencoded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568913" y="1607532"/>
            <a:ext cx="3347925" cy="4601904"/>
          </a:xfrm>
          <a:prstGeom prst="rect">
            <a:avLst/>
          </a:prstGeom>
        </p:spPr>
      </p:pic>
      <p:pic>
        <p:nvPicPr>
          <p:cNvPr id="72" name="Image 70" descr="preencoded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8143612" y="1636500"/>
            <a:ext cx="3438968" cy="4593597"/>
          </a:xfrm>
          <a:prstGeom prst="rect">
            <a:avLst/>
          </a:prstGeom>
        </p:spPr>
      </p:pic>
      <p:pic>
        <p:nvPicPr>
          <p:cNvPr id="73" name="Image 71" descr="preencoded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611171" y="1638727"/>
            <a:ext cx="3829382" cy="4593597"/>
          </a:xfrm>
          <a:prstGeom prst="rect">
            <a:avLst/>
          </a:prstGeom>
        </p:spPr>
      </p:pic>
      <p:pic>
        <p:nvPicPr>
          <p:cNvPr id="74" name="Image 72" descr="preencoded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4421635" y="3599440"/>
            <a:ext cx="315654" cy="257507"/>
          </a:xfrm>
          <a:prstGeom prst="rect">
            <a:avLst/>
          </a:prstGeom>
        </p:spPr>
      </p:pic>
      <p:pic>
        <p:nvPicPr>
          <p:cNvPr id="75" name="Image 73" descr="preencoded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7886313" y="3599501"/>
            <a:ext cx="382108" cy="257507"/>
          </a:xfrm>
          <a:prstGeom prst="rect">
            <a:avLst/>
          </a:prstGeom>
        </p:spPr>
      </p:pic>
      <p:pic>
        <p:nvPicPr>
          <p:cNvPr id="76" name="Image 74" descr="preencoded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10845" y="3649792"/>
            <a:ext cx="141214" cy="191054"/>
          </a:xfrm>
          <a:prstGeom prst="rect">
            <a:avLst/>
          </a:prstGeom>
        </p:spPr>
      </p:pic>
      <p:pic>
        <p:nvPicPr>
          <p:cNvPr id="77" name="Image 75" descr="preencoded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7919828" y="3653114"/>
            <a:ext cx="166134" cy="2591686"/>
          </a:xfrm>
          <a:prstGeom prst="rect">
            <a:avLst/>
          </a:prstGeom>
        </p:spPr>
      </p:pic>
      <p:pic>
        <p:nvPicPr>
          <p:cNvPr id="78" name="Image 76" descr="preencoded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4514421" y="6153344"/>
            <a:ext cx="3472194" cy="99681"/>
          </a:xfrm>
          <a:prstGeom prst="rect">
            <a:avLst/>
          </a:prstGeom>
        </p:spPr>
      </p:pic>
      <p:pic>
        <p:nvPicPr>
          <p:cNvPr id="79" name="Image 77" descr="preencoded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7231515" y="2067036"/>
            <a:ext cx="24920" cy="315654"/>
          </a:xfrm>
          <a:prstGeom prst="rect">
            <a:avLst/>
          </a:prstGeom>
        </p:spPr>
      </p:pic>
      <p:pic>
        <p:nvPicPr>
          <p:cNvPr id="80" name="Image 78" descr="preencoded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5874392" y="1796807"/>
            <a:ext cx="1370603" cy="290734"/>
          </a:xfrm>
          <a:prstGeom prst="rect">
            <a:avLst/>
          </a:prstGeom>
        </p:spPr>
      </p:pic>
      <p:pic>
        <p:nvPicPr>
          <p:cNvPr id="81" name="Image 79" descr="preencoded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165167" y="2334927"/>
            <a:ext cx="83067" cy="647922"/>
          </a:xfrm>
          <a:prstGeom prst="rect">
            <a:avLst/>
          </a:prstGeom>
        </p:spPr>
      </p:pic>
      <p:pic>
        <p:nvPicPr>
          <p:cNvPr id="82" name="Image 80" descr="preencoded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5887931" y="2065956"/>
            <a:ext cx="1362297" cy="16614"/>
          </a:xfrm>
          <a:prstGeom prst="rect">
            <a:avLst/>
          </a:prstGeom>
        </p:spPr>
      </p:pic>
      <p:pic>
        <p:nvPicPr>
          <p:cNvPr id="83" name="Image 81" descr="preencoded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5885682" y="1883624"/>
            <a:ext cx="1304149" cy="1104789"/>
          </a:xfrm>
          <a:prstGeom prst="rect">
            <a:avLst/>
          </a:prstGeom>
        </p:spPr>
      </p:pic>
      <p:pic>
        <p:nvPicPr>
          <p:cNvPr id="84" name="Image 82" descr="preencoded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5177710" y="2350211"/>
            <a:ext cx="83067" cy="33227"/>
          </a:xfrm>
          <a:prstGeom prst="rect">
            <a:avLst/>
          </a:prstGeom>
        </p:spPr>
      </p:pic>
      <p:pic>
        <p:nvPicPr>
          <p:cNvPr id="85" name="Image 83" descr="preencoded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5884197" y="3171403"/>
            <a:ext cx="1370603" cy="1187856"/>
          </a:xfrm>
          <a:prstGeom prst="rect">
            <a:avLst/>
          </a:prstGeom>
        </p:spPr>
      </p:pic>
      <p:pic>
        <p:nvPicPr>
          <p:cNvPr id="86" name="Image 84" descr="preencoded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6753984" y="4345145"/>
            <a:ext cx="265814" cy="24920"/>
          </a:xfrm>
          <a:prstGeom prst="rect">
            <a:avLst/>
          </a:prstGeom>
        </p:spPr>
      </p:pic>
      <p:pic>
        <p:nvPicPr>
          <p:cNvPr id="87" name="Image 85" descr="preencoded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5887350" y="3438138"/>
            <a:ext cx="1362297" cy="16614"/>
          </a:xfrm>
          <a:prstGeom prst="rect">
            <a:avLst/>
          </a:prstGeom>
        </p:spPr>
      </p:pic>
      <p:pic>
        <p:nvPicPr>
          <p:cNvPr id="88" name="Image 86" descr="preencoded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7232867" y="3474770"/>
            <a:ext cx="16614" cy="390414"/>
          </a:xfrm>
          <a:prstGeom prst="rect">
            <a:avLst/>
          </a:prstGeom>
        </p:spPr>
      </p:pic>
      <p:pic>
        <p:nvPicPr>
          <p:cNvPr id="89" name="Image 87" descr="preencoded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7005098" y="3715996"/>
            <a:ext cx="265814" cy="647922"/>
          </a:xfrm>
          <a:prstGeom prst="rect">
            <a:avLst/>
          </a:prstGeom>
        </p:spPr>
      </p:pic>
      <p:pic>
        <p:nvPicPr>
          <p:cNvPr id="90" name="Image 88" descr="preencoded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4824592" y="3613158"/>
            <a:ext cx="573161" cy="174440"/>
          </a:xfrm>
          <a:prstGeom prst="rect">
            <a:avLst/>
          </a:prstGeom>
        </p:spPr>
      </p:pic>
      <p:pic>
        <p:nvPicPr>
          <p:cNvPr id="91" name="Image 89" descr="preencoded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4826253" y="3769159"/>
            <a:ext cx="564855" cy="157827"/>
          </a:xfrm>
          <a:prstGeom prst="rect">
            <a:avLst/>
          </a:prstGeom>
        </p:spPr>
      </p:pic>
      <p:pic>
        <p:nvPicPr>
          <p:cNvPr id="92" name="Image 90" descr="preencoded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5052610" y="3985049"/>
            <a:ext cx="340574" cy="91373"/>
          </a:xfrm>
          <a:prstGeom prst="rect">
            <a:avLst/>
          </a:prstGeom>
        </p:spPr>
      </p:pic>
      <p:pic>
        <p:nvPicPr>
          <p:cNvPr id="93" name="Image 91" descr="preencoded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5193907" y="4045024"/>
            <a:ext cx="199360" cy="24920"/>
          </a:xfrm>
          <a:prstGeom prst="rect">
            <a:avLst/>
          </a:prstGeom>
        </p:spPr>
      </p:pic>
      <p:pic>
        <p:nvPicPr>
          <p:cNvPr id="94" name="Image 92" descr="preencoded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360457" y="3787018"/>
            <a:ext cx="33227" cy="141214"/>
          </a:xfrm>
          <a:prstGeom prst="rect">
            <a:avLst/>
          </a:prstGeom>
        </p:spPr>
      </p:pic>
      <p:pic>
        <p:nvPicPr>
          <p:cNvPr id="95" name="Image 93" descr="preencoded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5310700" y="3626200"/>
            <a:ext cx="83067" cy="157827"/>
          </a:xfrm>
          <a:prstGeom prst="rect">
            <a:avLst/>
          </a:prstGeom>
        </p:spPr>
      </p:pic>
      <p:pic>
        <p:nvPicPr>
          <p:cNvPr id="96" name="Image 94" descr="preencoded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5174304" y="4009139"/>
            <a:ext cx="224280" cy="49840"/>
          </a:xfrm>
          <a:prstGeom prst="rect">
            <a:avLst/>
          </a:prstGeom>
        </p:spPr>
      </p:pic>
      <p:pic>
        <p:nvPicPr>
          <p:cNvPr id="97" name="Image 95" descr="preencoded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5134847" y="3995100"/>
            <a:ext cx="24920" cy="24920"/>
          </a:xfrm>
          <a:prstGeom prst="rect">
            <a:avLst/>
          </a:prstGeom>
        </p:spPr>
      </p:pic>
      <p:pic>
        <p:nvPicPr>
          <p:cNvPr id="98" name="Image 96" descr="preencoded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5723708" y="3722772"/>
            <a:ext cx="33227" cy="33227"/>
          </a:xfrm>
          <a:prstGeom prst="rect">
            <a:avLst/>
          </a:prstGeom>
        </p:spPr>
      </p:pic>
      <p:pic>
        <p:nvPicPr>
          <p:cNvPr id="99" name="Image 97" descr="preencoded.png"/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887267" y="4542345"/>
            <a:ext cx="1370603" cy="1196163"/>
          </a:xfrm>
          <a:prstGeom prst="rect">
            <a:avLst/>
          </a:prstGeom>
        </p:spPr>
      </p:pic>
      <p:pic>
        <p:nvPicPr>
          <p:cNvPr id="100" name="Image 98" descr="preencoded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5887267" y="4817795"/>
            <a:ext cx="1362297" cy="16614"/>
          </a:xfrm>
          <a:prstGeom prst="rect">
            <a:avLst/>
          </a:prstGeom>
        </p:spPr>
      </p:pic>
      <p:pic>
        <p:nvPicPr>
          <p:cNvPr id="101" name="Image 99" descr="preencoded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7237878" y="5098229"/>
            <a:ext cx="33227" cy="33227"/>
          </a:xfrm>
          <a:prstGeom prst="rect">
            <a:avLst/>
          </a:prstGeom>
        </p:spPr>
      </p:pic>
      <p:pic>
        <p:nvPicPr>
          <p:cNvPr id="102" name="Image 100" descr="preencoded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232783" y="4817961"/>
            <a:ext cx="16614" cy="456868"/>
          </a:xfrm>
          <a:prstGeom prst="rect">
            <a:avLst/>
          </a:prstGeom>
        </p:spPr>
      </p:pic>
      <p:pic>
        <p:nvPicPr>
          <p:cNvPr id="103" name="Image 101" descr="preencoded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7084758" y="4550543"/>
            <a:ext cx="166134" cy="282427"/>
          </a:xfrm>
          <a:prstGeom prst="rect">
            <a:avLst/>
          </a:prstGeom>
        </p:spPr>
      </p:pic>
      <p:pic>
        <p:nvPicPr>
          <p:cNvPr id="104" name="Image 102" descr="preencoded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547191" y="5122318"/>
            <a:ext cx="207668" cy="33227"/>
          </a:xfrm>
          <a:prstGeom prst="rect">
            <a:avLst/>
          </a:prstGeom>
        </p:spPr>
      </p:pic>
      <p:pic>
        <p:nvPicPr>
          <p:cNvPr id="105" name="Image 103" descr="preencoded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0289966" y="2543425"/>
            <a:ext cx="33227" cy="33227"/>
          </a:xfrm>
          <a:prstGeom prst="rect">
            <a:avLst/>
          </a:prstGeom>
        </p:spPr>
      </p:pic>
      <p:pic>
        <p:nvPicPr>
          <p:cNvPr id="106" name="Image 104" descr="preencoded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0418232" y="3227812"/>
            <a:ext cx="33227" cy="74760"/>
          </a:xfrm>
          <a:prstGeom prst="rect">
            <a:avLst/>
          </a:prstGeom>
        </p:spPr>
      </p:pic>
      <p:pic>
        <p:nvPicPr>
          <p:cNvPr id="107" name="Image 105" descr="preencoded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8750166" y="3210285"/>
            <a:ext cx="24920" cy="24920"/>
          </a:xfrm>
          <a:prstGeom prst="rect">
            <a:avLst/>
          </a:prstGeom>
        </p:spPr>
      </p:pic>
      <p:pic>
        <p:nvPicPr>
          <p:cNvPr id="108" name="Image 106" descr="preencoded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4832" y="3000468"/>
            <a:ext cx="315654" cy="407028"/>
          </a:xfrm>
          <a:prstGeom prst="rect">
            <a:avLst/>
          </a:prstGeom>
        </p:spPr>
      </p:pic>
      <p:pic>
        <p:nvPicPr>
          <p:cNvPr id="109" name="Image 107" descr="preencoded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8798108" y="3639076"/>
            <a:ext cx="33227" cy="24920"/>
          </a:xfrm>
          <a:prstGeom prst="rect">
            <a:avLst/>
          </a:prstGeom>
        </p:spPr>
      </p:pic>
      <p:pic>
        <p:nvPicPr>
          <p:cNvPr id="110" name="Image 108" descr="preencoded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738038" y="3591246"/>
            <a:ext cx="315654" cy="274121"/>
          </a:xfrm>
          <a:prstGeom prst="rect">
            <a:avLst/>
          </a:prstGeom>
        </p:spPr>
      </p:pic>
      <p:pic>
        <p:nvPicPr>
          <p:cNvPr id="111" name="Image 109" descr="preencoded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798178" y="3950577"/>
            <a:ext cx="33227" cy="74760"/>
          </a:xfrm>
          <a:prstGeom prst="rect">
            <a:avLst/>
          </a:prstGeom>
        </p:spPr>
      </p:pic>
      <p:pic>
        <p:nvPicPr>
          <p:cNvPr id="112" name="Image 110" descr="preencoded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8706639" y="3648379"/>
            <a:ext cx="116293" cy="174440"/>
          </a:xfrm>
          <a:prstGeom prst="rect">
            <a:avLst/>
          </a:prstGeom>
        </p:spPr>
      </p:pic>
      <p:pic>
        <p:nvPicPr>
          <p:cNvPr id="113" name="Image 111" descr="preencoded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8324698" y="4058896"/>
            <a:ext cx="315654" cy="407028"/>
          </a:xfrm>
          <a:prstGeom prst="rect">
            <a:avLst/>
          </a:prstGeom>
        </p:spPr>
      </p:pic>
      <p:pic>
        <p:nvPicPr>
          <p:cNvPr id="114" name="Image 112" descr="preencoded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0715493" y="3577033"/>
            <a:ext cx="664535" cy="431948"/>
          </a:xfrm>
          <a:prstGeom prst="rect">
            <a:avLst/>
          </a:prstGeom>
        </p:spPr>
      </p:pic>
      <p:pic>
        <p:nvPicPr>
          <p:cNvPr id="115" name="Image 113" descr="preencoded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1071221" y="3663083"/>
            <a:ext cx="224280" cy="332267"/>
          </a:xfrm>
          <a:prstGeom prst="rect">
            <a:avLst/>
          </a:prstGeom>
        </p:spPr>
      </p:pic>
      <p:pic>
        <p:nvPicPr>
          <p:cNvPr id="116" name="Image 114" descr="preencoded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10922946" y="3979983"/>
            <a:ext cx="166134" cy="16614"/>
          </a:xfrm>
          <a:prstGeom prst="rect">
            <a:avLst/>
          </a:prstGeom>
        </p:spPr>
      </p:pic>
      <p:pic>
        <p:nvPicPr>
          <p:cNvPr id="117" name="Image 115" descr="preencoded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11206370" y="3805557"/>
            <a:ext cx="240894" cy="99681"/>
          </a:xfrm>
          <a:prstGeom prst="rect">
            <a:avLst/>
          </a:prstGeom>
        </p:spPr>
      </p:pic>
      <p:pic>
        <p:nvPicPr>
          <p:cNvPr id="118" name="Image 116" descr="preencoded.png"/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11063412" y="3677121"/>
            <a:ext cx="415334" cy="390414"/>
          </a:xfrm>
          <a:prstGeom prst="rect">
            <a:avLst/>
          </a:prstGeom>
        </p:spPr>
      </p:pic>
      <p:pic>
        <p:nvPicPr>
          <p:cNvPr id="119" name="Image 117" descr="preencoded.png"/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11206370" y="3812519"/>
            <a:ext cx="74760" cy="91373"/>
          </a:xfrm>
          <a:prstGeom prst="rect">
            <a:avLst/>
          </a:prstGeom>
        </p:spPr>
      </p:pic>
      <p:pic>
        <p:nvPicPr>
          <p:cNvPr id="120" name="Image 118" descr="preencoded.png"/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11141993" y="3883459"/>
            <a:ext cx="83067" cy="116293"/>
          </a:xfrm>
          <a:prstGeom prst="rect">
            <a:avLst/>
          </a:prstGeom>
        </p:spPr>
      </p:pic>
      <p:pic>
        <p:nvPicPr>
          <p:cNvPr id="121" name="Image 119" descr="preencoded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8313318" y="3802468"/>
            <a:ext cx="323961" cy="141214"/>
          </a:xfrm>
          <a:prstGeom prst="rect">
            <a:avLst/>
          </a:prstGeom>
        </p:spPr>
      </p:pic>
      <p:pic>
        <p:nvPicPr>
          <p:cNvPr id="122" name="Image 120" descr="preencoded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10417817" y="4089713"/>
            <a:ext cx="33227" cy="24920"/>
          </a:xfrm>
          <a:prstGeom prst="rect">
            <a:avLst/>
          </a:prstGeom>
        </p:spPr>
      </p:pic>
      <p:pic>
        <p:nvPicPr>
          <p:cNvPr id="123" name="Image 121" descr="preencoded.png"/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10292150" y="4512441"/>
            <a:ext cx="24920" cy="33227"/>
          </a:xfrm>
          <a:prstGeom prst="rect">
            <a:avLst/>
          </a:prstGeom>
        </p:spPr>
      </p:pic>
      <p:pic>
        <p:nvPicPr>
          <p:cNvPr id="124" name="Image 122" descr="preencoded.png"/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9267753" y="5204056"/>
            <a:ext cx="299041" cy="415334"/>
          </a:xfrm>
          <a:prstGeom prst="rect">
            <a:avLst/>
          </a:prstGeom>
        </p:spPr>
      </p:pic>
      <p:pic>
        <p:nvPicPr>
          <p:cNvPr id="125" name="Image 123" descr="preencoded.png"/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720258" y="1796839"/>
            <a:ext cx="1669644" cy="1387216"/>
          </a:xfrm>
          <a:prstGeom prst="rect">
            <a:avLst/>
          </a:prstGeom>
        </p:spPr>
      </p:pic>
      <p:pic>
        <p:nvPicPr>
          <p:cNvPr id="126" name="Image 124" descr="preencoded.png"/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2741970" y="1801803"/>
            <a:ext cx="199360" cy="290734"/>
          </a:xfrm>
          <a:prstGeom prst="rect">
            <a:avLst/>
          </a:prstGeom>
        </p:spPr>
      </p:pic>
      <p:pic>
        <p:nvPicPr>
          <p:cNvPr id="127" name="Image 125" descr="preencoded.png"/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711620" y="3239774"/>
            <a:ext cx="465174" cy="564855"/>
          </a:xfrm>
          <a:prstGeom prst="rect">
            <a:avLst/>
          </a:prstGeom>
        </p:spPr>
      </p:pic>
      <p:pic>
        <p:nvPicPr>
          <p:cNvPr id="128" name="Image 126" descr="preencoded.png"/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>
            <a:off x="2217789" y="5006440"/>
            <a:ext cx="49840" cy="74760"/>
          </a:xfrm>
          <a:prstGeom prst="rect">
            <a:avLst/>
          </a:prstGeom>
        </p:spPr>
      </p:pic>
      <p:pic>
        <p:nvPicPr>
          <p:cNvPr id="129" name="Image 127" descr="preencoded.png"/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2181986" y="4724843"/>
            <a:ext cx="49840" cy="299041"/>
          </a:xfrm>
          <a:prstGeom prst="rect">
            <a:avLst/>
          </a:prstGeom>
        </p:spPr>
      </p:pic>
      <p:pic>
        <p:nvPicPr>
          <p:cNvPr id="130" name="Image 128" descr="preencoded.png"/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895530" y="3373595"/>
            <a:ext cx="1320763" cy="1370603"/>
          </a:xfrm>
          <a:prstGeom prst="rect">
            <a:avLst/>
          </a:prstGeom>
        </p:spPr>
      </p:pic>
      <p:pic>
        <p:nvPicPr>
          <p:cNvPr id="131" name="Image 129" descr="preencoded.png"/>
          <p:cNvPicPr>
            <a:picLocks noChangeAspect="1"/>
          </p:cNvPicPr>
          <p:nvPr/>
        </p:nvPicPr>
        <p:blipFill>
          <a:blip r:embed="rId127"/>
          <a:stretch>
            <a:fillRect/>
          </a:stretch>
        </p:blipFill>
        <p:spPr>
          <a:xfrm>
            <a:off x="1532352" y="4542981"/>
            <a:ext cx="232587" cy="199360"/>
          </a:xfrm>
          <a:prstGeom prst="rect">
            <a:avLst/>
          </a:prstGeom>
        </p:spPr>
      </p:pic>
      <p:pic>
        <p:nvPicPr>
          <p:cNvPr id="132" name="Image 130" descr="preencoded.png"/>
          <p:cNvPicPr>
            <a:picLocks noChangeAspect="1"/>
          </p:cNvPicPr>
          <p:nvPr/>
        </p:nvPicPr>
        <p:blipFill>
          <a:blip r:embed="rId128"/>
          <a:stretch>
            <a:fillRect/>
          </a:stretch>
        </p:blipFill>
        <p:spPr>
          <a:xfrm>
            <a:off x="1272487" y="4726421"/>
            <a:ext cx="315654" cy="16614"/>
          </a:xfrm>
          <a:prstGeom prst="rect">
            <a:avLst/>
          </a:prstGeom>
        </p:spPr>
      </p:pic>
      <p:pic>
        <p:nvPicPr>
          <p:cNvPr id="133" name="Image 131" descr="preencoded.png"/>
          <p:cNvPicPr>
            <a:picLocks noChangeAspect="1"/>
          </p:cNvPicPr>
          <p:nvPr/>
        </p:nvPicPr>
        <p:blipFill>
          <a:blip r:embed="rId129"/>
          <a:stretch>
            <a:fillRect/>
          </a:stretch>
        </p:blipFill>
        <p:spPr>
          <a:xfrm>
            <a:off x="722468" y="4394320"/>
            <a:ext cx="564855" cy="348881"/>
          </a:xfrm>
          <a:prstGeom prst="rect">
            <a:avLst/>
          </a:prstGeom>
        </p:spPr>
      </p:pic>
      <p:pic>
        <p:nvPicPr>
          <p:cNvPr id="134" name="Image 132" descr="preencoded.png"/>
          <p:cNvPicPr>
            <a:picLocks noChangeAspect="1"/>
          </p:cNvPicPr>
          <p:nvPr/>
        </p:nvPicPr>
        <p:blipFill>
          <a:blip r:embed="rId130"/>
          <a:stretch>
            <a:fillRect/>
          </a:stretch>
        </p:blipFill>
        <p:spPr>
          <a:xfrm>
            <a:off x="722917" y="3760935"/>
            <a:ext cx="16614" cy="647922"/>
          </a:xfrm>
          <a:prstGeom prst="rect">
            <a:avLst/>
          </a:prstGeom>
        </p:spPr>
      </p:pic>
      <p:pic>
        <p:nvPicPr>
          <p:cNvPr id="135" name="Image 133" descr="preencoded.png"/>
          <p:cNvPicPr>
            <a:picLocks noChangeAspect="1"/>
          </p:cNvPicPr>
          <p:nvPr/>
        </p:nvPicPr>
        <p:blipFill>
          <a:blip r:embed="rId131"/>
          <a:stretch>
            <a:fillRect/>
          </a:stretch>
        </p:blipFill>
        <p:spPr>
          <a:xfrm>
            <a:off x="711537" y="4376966"/>
            <a:ext cx="24920" cy="33227"/>
          </a:xfrm>
          <a:prstGeom prst="rect">
            <a:avLst/>
          </a:prstGeom>
        </p:spPr>
      </p:pic>
      <p:pic>
        <p:nvPicPr>
          <p:cNvPr id="136" name="Image 134" descr="preencoded.png"/>
          <p:cNvPicPr>
            <a:picLocks noChangeAspect="1"/>
          </p:cNvPicPr>
          <p:nvPr/>
        </p:nvPicPr>
        <p:blipFill>
          <a:blip r:embed="rId132"/>
          <a:stretch>
            <a:fillRect/>
          </a:stretch>
        </p:blipFill>
        <p:spPr>
          <a:xfrm>
            <a:off x="1157938" y="3250739"/>
            <a:ext cx="1221082" cy="1885618"/>
          </a:xfrm>
          <a:prstGeom prst="rect">
            <a:avLst/>
          </a:prstGeom>
        </p:spPr>
      </p:pic>
      <p:pic>
        <p:nvPicPr>
          <p:cNvPr id="137" name="Image 135" descr="preencoded.png"/>
          <p:cNvPicPr>
            <a:picLocks noChangeAspect="1"/>
          </p:cNvPicPr>
          <p:nvPr/>
        </p:nvPicPr>
        <p:blipFill>
          <a:blip r:embed="rId133"/>
          <a:stretch>
            <a:fillRect/>
          </a:stretch>
        </p:blipFill>
        <p:spPr>
          <a:xfrm>
            <a:off x="1550294" y="4243654"/>
            <a:ext cx="647922" cy="689455"/>
          </a:xfrm>
          <a:prstGeom prst="rect">
            <a:avLst/>
          </a:prstGeom>
        </p:spPr>
      </p:pic>
      <p:pic>
        <p:nvPicPr>
          <p:cNvPr id="138" name="Image 136" descr="preencoded.png"/>
          <p:cNvPicPr>
            <a:picLocks noChangeAspect="1"/>
          </p:cNvPicPr>
          <p:nvPr/>
        </p:nvPicPr>
        <p:blipFill>
          <a:blip r:embed="rId134"/>
          <a:stretch>
            <a:fillRect/>
          </a:stretch>
        </p:blipFill>
        <p:spPr>
          <a:xfrm>
            <a:off x="1681260" y="4531110"/>
            <a:ext cx="33227" cy="33227"/>
          </a:xfrm>
          <a:prstGeom prst="rect">
            <a:avLst/>
          </a:prstGeom>
        </p:spPr>
      </p:pic>
      <p:pic>
        <p:nvPicPr>
          <p:cNvPr id="139" name="Image 137" descr="preencoded.png"/>
          <p:cNvPicPr>
            <a:picLocks noChangeAspect="1"/>
          </p:cNvPicPr>
          <p:nvPr/>
        </p:nvPicPr>
        <p:blipFill>
          <a:blip r:embed="rId135"/>
          <a:stretch>
            <a:fillRect/>
          </a:stretch>
        </p:blipFill>
        <p:spPr>
          <a:xfrm>
            <a:off x="1616634" y="4311337"/>
            <a:ext cx="24920" cy="49840"/>
          </a:xfrm>
          <a:prstGeom prst="rect">
            <a:avLst/>
          </a:prstGeom>
        </p:spPr>
      </p:pic>
      <p:pic>
        <p:nvPicPr>
          <p:cNvPr id="140" name="Image 138" descr="preencoded.png"/>
          <p:cNvPicPr>
            <a:picLocks noChangeAspect="1"/>
          </p:cNvPicPr>
          <p:nvPr/>
        </p:nvPicPr>
        <p:blipFill>
          <a:blip r:embed="rId136"/>
          <a:stretch>
            <a:fillRect/>
          </a:stretch>
        </p:blipFill>
        <p:spPr>
          <a:xfrm>
            <a:off x="906577" y="3373595"/>
            <a:ext cx="1295843" cy="1187856"/>
          </a:xfrm>
          <a:prstGeom prst="rect">
            <a:avLst/>
          </a:prstGeom>
        </p:spPr>
      </p:pic>
      <p:pic>
        <p:nvPicPr>
          <p:cNvPr id="141" name="Image 139" descr="preencoded.png"/>
          <p:cNvPicPr>
            <a:picLocks noChangeAspect="1"/>
          </p:cNvPicPr>
          <p:nvPr/>
        </p:nvPicPr>
        <p:blipFill>
          <a:blip r:embed="rId137"/>
          <a:stretch>
            <a:fillRect/>
          </a:stretch>
        </p:blipFill>
        <p:spPr>
          <a:xfrm>
            <a:off x="1169568" y="4531546"/>
            <a:ext cx="58147" cy="24920"/>
          </a:xfrm>
          <a:prstGeom prst="rect">
            <a:avLst/>
          </a:prstGeom>
        </p:spPr>
      </p:pic>
      <p:pic>
        <p:nvPicPr>
          <p:cNvPr id="142" name="Image 140" descr="preencoded.png"/>
          <p:cNvPicPr>
            <a:picLocks noChangeAspect="1"/>
          </p:cNvPicPr>
          <p:nvPr/>
        </p:nvPicPr>
        <p:blipFill>
          <a:blip r:embed="rId138"/>
          <a:stretch>
            <a:fillRect/>
          </a:stretch>
        </p:blipFill>
        <p:spPr>
          <a:xfrm>
            <a:off x="1931124" y="5115755"/>
            <a:ext cx="41534" cy="74760"/>
          </a:xfrm>
          <a:prstGeom prst="rect">
            <a:avLst/>
          </a:prstGeom>
        </p:spPr>
      </p:pic>
      <p:pic>
        <p:nvPicPr>
          <p:cNvPr id="143" name="Image 141" descr="preencoded.png"/>
          <p:cNvPicPr>
            <a:picLocks noChangeAspect="1"/>
          </p:cNvPicPr>
          <p:nvPr/>
        </p:nvPicPr>
        <p:blipFill>
          <a:blip r:embed="rId139"/>
          <a:stretch>
            <a:fillRect/>
          </a:stretch>
        </p:blipFill>
        <p:spPr>
          <a:xfrm>
            <a:off x="1062906" y="4110896"/>
            <a:ext cx="1121403" cy="440254"/>
          </a:xfrm>
          <a:prstGeom prst="rect">
            <a:avLst/>
          </a:prstGeom>
        </p:spPr>
      </p:pic>
      <p:pic>
        <p:nvPicPr>
          <p:cNvPr id="144" name="Image 142" descr="preencoded.png"/>
          <p:cNvPicPr>
            <a:picLocks noChangeAspect="1"/>
          </p:cNvPicPr>
          <p:nvPr/>
        </p:nvPicPr>
        <p:blipFill>
          <a:blip r:embed="rId140"/>
          <a:stretch>
            <a:fillRect/>
          </a:stretch>
        </p:blipFill>
        <p:spPr>
          <a:xfrm>
            <a:off x="1076615" y="4124601"/>
            <a:ext cx="946962" cy="299041"/>
          </a:xfrm>
          <a:prstGeom prst="rect">
            <a:avLst/>
          </a:prstGeom>
        </p:spPr>
      </p:pic>
      <p:pic>
        <p:nvPicPr>
          <p:cNvPr id="145" name="Image 143" descr="preencoded.png"/>
          <p:cNvPicPr>
            <a:picLocks noChangeAspect="1"/>
          </p:cNvPicPr>
          <p:nvPr/>
        </p:nvPicPr>
        <p:blipFill>
          <a:blip r:embed="rId141"/>
          <a:stretch>
            <a:fillRect/>
          </a:stretch>
        </p:blipFill>
        <p:spPr>
          <a:xfrm>
            <a:off x="1727859" y="4309745"/>
            <a:ext cx="41534" cy="58147"/>
          </a:xfrm>
          <a:prstGeom prst="rect">
            <a:avLst/>
          </a:prstGeom>
        </p:spPr>
      </p:pic>
      <p:pic>
        <p:nvPicPr>
          <p:cNvPr id="146" name="Image 144" descr="preencoded.png"/>
          <p:cNvPicPr>
            <a:picLocks noChangeAspect="1"/>
          </p:cNvPicPr>
          <p:nvPr/>
        </p:nvPicPr>
        <p:blipFill>
          <a:blip r:embed="rId142"/>
          <a:stretch>
            <a:fillRect/>
          </a:stretch>
        </p:blipFill>
        <p:spPr>
          <a:xfrm>
            <a:off x="1612740" y="4229736"/>
            <a:ext cx="132907" cy="99681"/>
          </a:xfrm>
          <a:prstGeom prst="rect">
            <a:avLst/>
          </a:prstGeom>
        </p:spPr>
      </p:pic>
      <p:pic>
        <p:nvPicPr>
          <p:cNvPr id="147" name="Image 145" descr="preencoded.png"/>
          <p:cNvPicPr>
            <a:picLocks noChangeAspect="1"/>
          </p:cNvPicPr>
          <p:nvPr/>
        </p:nvPicPr>
        <p:blipFill>
          <a:blip r:embed="rId143"/>
          <a:stretch>
            <a:fillRect/>
          </a:stretch>
        </p:blipFill>
        <p:spPr>
          <a:xfrm>
            <a:off x="1330634" y="4309509"/>
            <a:ext cx="315654" cy="58147"/>
          </a:xfrm>
          <a:prstGeom prst="rect">
            <a:avLst/>
          </a:prstGeom>
        </p:spPr>
      </p:pic>
      <p:pic>
        <p:nvPicPr>
          <p:cNvPr id="148" name="Image 146" descr="preencoded.png"/>
          <p:cNvPicPr>
            <a:picLocks noChangeAspect="1"/>
          </p:cNvPicPr>
          <p:nvPr/>
        </p:nvPicPr>
        <p:blipFill>
          <a:blip r:embed="rId144"/>
          <a:stretch>
            <a:fillRect/>
          </a:stretch>
        </p:blipFill>
        <p:spPr>
          <a:xfrm>
            <a:off x="1628678" y="4348467"/>
            <a:ext cx="33227" cy="58147"/>
          </a:xfrm>
          <a:prstGeom prst="rect">
            <a:avLst/>
          </a:prstGeom>
        </p:spPr>
      </p:pic>
      <p:pic>
        <p:nvPicPr>
          <p:cNvPr id="149" name="Image 147" descr="preencoded.png"/>
          <p:cNvPicPr>
            <a:picLocks noChangeAspect="1"/>
          </p:cNvPicPr>
          <p:nvPr/>
        </p:nvPicPr>
        <p:blipFill>
          <a:blip r:embed="rId145"/>
          <a:stretch>
            <a:fillRect/>
          </a:stretch>
        </p:blipFill>
        <p:spPr>
          <a:xfrm>
            <a:off x="2813953" y="3450430"/>
            <a:ext cx="581468" cy="598082"/>
          </a:xfrm>
          <a:prstGeom prst="rect">
            <a:avLst/>
          </a:prstGeom>
        </p:spPr>
      </p:pic>
      <p:pic>
        <p:nvPicPr>
          <p:cNvPr id="150" name="Image 148" descr="preencoded.png"/>
          <p:cNvPicPr>
            <a:picLocks noChangeAspect="1"/>
          </p:cNvPicPr>
          <p:nvPr/>
        </p:nvPicPr>
        <p:blipFill>
          <a:blip r:embed="rId146"/>
          <a:stretch>
            <a:fillRect/>
          </a:stretch>
        </p:blipFill>
        <p:spPr>
          <a:xfrm>
            <a:off x="2782394" y="4801846"/>
            <a:ext cx="257507" cy="332267"/>
          </a:xfrm>
          <a:prstGeom prst="rect">
            <a:avLst/>
          </a:prstGeom>
        </p:spPr>
      </p:pic>
      <p:pic>
        <p:nvPicPr>
          <p:cNvPr id="151" name="Image 149" descr="preencoded.png"/>
          <p:cNvPicPr>
            <a:picLocks noChangeAspect="1"/>
          </p:cNvPicPr>
          <p:nvPr/>
        </p:nvPicPr>
        <p:blipFill>
          <a:blip r:embed="rId147"/>
          <a:stretch>
            <a:fillRect/>
          </a:stretch>
        </p:blipFill>
        <p:spPr>
          <a:xfrm>
            <a:off x="2833563" y="5063091"/>
            <a:ext cx="132907" cy="74760"/>
          </a:xfrm>
          <a:prstGeom prst="rect">
            <a:avLst/>
          </a:prstGeom>
        </p:spPr>
      </p:pic>
      <p:pic>
        <p:nvPicPr>
          <p:cNvPr id="152" name="Image 150" descr="preencoded.png"/>
          <p:cNvPicPr>
            <a:picLocks noChangeAspect="1"/>
          </p:cNvPicPr>
          <p:nvPr/>
        </p:nvPicPr>
        <p:blipFill>
          <a:blip r:embed="rId148"/>
          <a:stretch>
            <a:fillRect/>
          </a:stretch>
        </p:blipFill>
        <p:spPr>
          <a:xfrm>
            <a:off x="2863384" y="5055532"/>
            <a:ext cx="66453" cy="74760"/>
          </a:xfrm>
          <a:prstGeom prst="rect">
            <a:avLst/>
          </a:prstGeom>
        </p:spPr>
      </p:pic>
      <p:pic>
        <p:nvPicPr>
          <p:cNvPr id="153" name="Image 151" descr="preencoded.png"/>
          <p:cNvPicPr>
            <a:picLocks noChangeAspect="1"/>
          </p:cNvPicPr>
          <p:nvPr/>
        </p:nvPicPr>
        <p:blipFill>
          <a:blip r:embed="rId149"/>
          <a:stretch>
            <a:fillRect/>
          </a:stretch>
        </p:blipFill>
        <p:spPr>
          <a:xfrm>
            <a:off x="3317436" y="4831469"/>
            <a:ext cx="83067" cy="107987"/>
          </a:xfrm>
          <a:prstGeom prst="rect">
            <a:avLst/>
          </a:prstGeom>
        </p:spPr>
      </p:pic>
      <p:pic>
        <p:nvPicPr>
          <p:cNvPr id="154" name="Image 152" descr="preencoded.png"/>
          <p:cNvPicPr>
            <a:picLocks noChangeAspect="1"/>
          </p:cNvPicPr>
          <p:nvPr/>
        </p:nvPicPr>
        <p:blipFill>
          <a:blip r:embed="rId150"/>
          <a:stretch>
            <a:fillRect/>
          </a:stretch>
        </p:blipFill>
        <p:spPr>
          <a:xfrm>
            <a:off x="3198475" y="5294765"/>
            <a:ext cx="83067" cy="240894"/>
          </a:xfrm>
          <a:prstGeom prst="rect">
            <a:avLst/>
          </a:prstGeom>
        </p:spPr>
      </p:pic>
      <p:pic>
        <p:nvPicPr>
          <p:cNvPr id="155" name="Image 153" descr="preencoded.png"/>
          <p:cNvPicPr>
            <a:picLocks noChangeAspect="1"/>
          </p:cNvPicPr>
          <p:nvPr/>
        </p:nvPicPr>
        <p:blipFill>
          <a:blip r:embed="rId151"/>
          <a:stretch>
            <a:fillRect/>
          </a:stretch>
        </p:blipFill>
        <p:spPr>
          <a:xfrm>
            <a:off x="713581" y="1788439"/>
            <a:ext cx="1677951" cy="1312457"/>
          </a:xfrm>
          <a:prstGeom prst="rect">
            <a:avLst/>
          </a:prstGeom>
        </p:spPr>
      </p:pic>
      <p:pic>
        <p:nvPicPr>
          <p:cNvPr id="156" name="Image 154" descr="preencoded.png"/>
          <p:cNvPicPr>
            <a:picLocks noChangeAspect="1"/>
          </p:cNvPicPr>
          <p:nvPr/>
        </p:nvPicPr>
        <p:blipFill>
          <a:blip r:embed="rId152"/>
          <a:stretch>
            <a:fillRect/>
          </a:stretch>
        </p:blipFill>
        <p:spPr>
          <a:xfrm>
            <a:off x="5878545" y="1788345"/>
            <a:ext cx="1378910" cy="589774"/>
          </a:xfrm>
          <a:prstGeom prst="rect">
            <a:avLst/>
          </a:prstGeom>
        </p:spPr>
      </p:pic>
      <p:pic>
        <p:nvPicPr>
          <p:cNvPr id="157" name="Image 155" descr="preencoded.png"/>
          <p:cNvPicPr>
            <a:picLocks noChangeAspect="1"/>
          </p:cNvPicPr>
          <p:nvPr/>
        </p:nvPicPr>
        <p:blipFill>
          <a:blip r:embed="rId153"/>
          <a:stretch>
            <a:fillRect/>
          </a:stretch>
        </p:blipFill>
        <p:spPr>
          <a:xfrm>
            <a:off x="9066277" y="1787916"/>
            <a:ext cx="1254310" cy="1021722"/>
          </a:xfrm>
          <a:prstGeom prst="rect">
            <a:avLst/>
          </a:prstGeom>
        </p:spPr>
      </p:pic>
      <p:pic>
        <p:nvPicPr>
          <p:cNvPr id="158" name="Image 156" descr="preencoded.png"/>
          <p:cNvPicPr>
            <a:picLocks noChangeAspect="1"/>
          </p:cNvPicPr>
          <p:nvPr/>
        </p:nvPicPr>
        <p:blipFill>
          <a:blip r:embed="rId154"/>
          <a:stretch>
            <a:fillRect/>
          </a:stretch>
        </p:blipFill>
        <p:spPr>
          <a:xfrm>
            <a:off x="3212867" y="1793255"/>
            <a:ext cx="307347" cy="390414"/>
          </a:xfrm>
          <a:prstGeom prst="rect">
            <a:avLst/>
          </a:prstGeom>
        </p:spPr>
      </p:pic>
      <p:pic>
        <p:nvPicPr>
          <p:cNvPr id="159" name="Image 157" descr="preencoded.png"/>
          <p:cNvPicPr>
            <a:picLocks noChangeAspect="1"/>
          </p:cNvPicPr>
          <p:nvPr/>
        </p:nvPicPr>
        <p:blipFill>
          <a:blip r:embed="rId155"/>
          <a:stretch>
            <a:fillRect/>
          </a:stretch>
        </p:blipFill>
        <p:spPr>
          <a:xfrm>
            <a:off x="724411" y="1793223"/>
            <a:ext cx="2226192" cy="1387216"/>
          </a:xfrm>
          <a:prstGeom prst="rect">
            <a:avLst/>
          </a:prstGeom>
        </p:spPr>
      </p:pic>
      <p:pic>
        <p:nvPicPr>
          <p:cNvPr id="160" name="Image 158" descr="preencoded.png"/>
          <p:cNvPicPr>
            <a:picLocks noChangeAspect="1"/>
          </p:cNvPicPr>
          <p:nvPr/>
        </p:nvPicPr>
        <p:blipFill>
          <a:blip r:embed="rId156"/>
          <a:stretch>
            <a:fillRect/>
          </a:stretch>
        </p:blipFill>
        <p:spPr>
          <a:xfrm>
            <a:off x="5890935" y="1800960"/>
            <a:ext cx="1353990" cy="282427"/>
          </a:xfrm>
          <a:prstGeom prst="rect">
            <a:avLst/>
          </a:prstGeom>
        </p:spPr>
      </p:pic>
      <p:pic>
        <p:nvPicPr>
          <p:cNvPr id="161" name="Image 159" descr="preencoded.png"/>
          <p:cNvPicPr>
            <a:picLocks noChangeAspect="1"/>
          </p:cNvPicPr>
          <p:nvPr/>
        </p:nvPicPr>
        <p:blipFill>
          <a:blip r:embed="rId157"/>
          <a:stretch>
            <a:fillRect/>
          </a:stretch>
        </p:blipFill>
        <p:spPr>
          <a:xfrm>
            <a:off x="2746123" y="1805956"/>
            <a:ext cx="191054" cy="282427"/>
          </a:xfrm>
          <a:prstGeom prst="rect">
            <a:avLst/>
          </a:prstGeom>
        </p:spPr>
      </p:pic>
      <p:pic>
        <p:nvPicPr>
          <p:cNvPr id="162" name="Image 160" descr="preencoded.png"/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5877098" y="1881630"/>
            <a:ext cx="1312457" cy="1113096"/>
          </a:xfrm>
          <a:prstGeom prst="rect">
            <a:avLst/>
          </a:prstGeom>
        </p:spPr>
      </p:pic>
      <p:pic>
        <p:nvPicPr>
          <p:cNvPr id="163" name="Image 161" descr="preencoded.png"/>
          <p:cNvPicPr>
            <a:picLocks noChangeAspect="1"/>
          </p:cNvPicPr>
          <p:nvPr/>
        </p:nvPicPr>
        <p:blipFill>
          <a:blip r:embed="rId159"/>
          <a:stretch>
            <a:fillRect/>
          </a:stretch>
        </p:blipFill>
        <p:spPr>
          <a:xfrm>
            <a:off x="2662913" y="1998257"/>
            <a:ext cx="357188" cy="182747"/>
          </a:xfrm>
          <a:prstGeom prst="rect">
            <a:avLst/>
          </a:prstGeom>
        </p:spPr>
      </p:pic>
      <p:pic>
        <p:nvPicPr>
          <p:cNvPr id="164" name="Image 162" descr="preencoded.png"/>
          <p:cNvPicPr>
            <a:picLocks noChangeAspect="1"/>
          </p:cNvPicPr>
          <p:nvPr/>
        </p:nvPicPr>
        <p:blipFill>
          <a:blip r:embed="rId160"/>
          <a:stretch>
            <a:fillRect/>
          </a:stretch>
        </p:blipFill>
        <p:spPr>
          <a:xfrm>
            <a:off x="5889835" y="2070109"/>
            <a:ext cx="1943765" cy="913735"/>
          </a:xfrm>
          <a:prstGeom prst="rect">
            <a:avLst/>
          </a:prstGeom>
        </p:spPr>
      </p:pic>
      <p:pic>
        <p:nvPicPr>
          <p:cNvPr id="165" name="Image 163" descr="preencoded.png"/>
          <p:cNvPicPr>
            <a:picLocks noChangeAspect="1"/>
          </p:cNvPicPr>
          <p:nvPr/>
        </p:nvPicPr>
        <p:blipFill>
          <a:blip r:embed="rId161"/>
          <a:stretch>
            <a:fillRect/>
          </a:stretch>
        </p:blipFill>
        <p:spPr>
          <a:xfrm>
            <a:off x="3027207" y="2168763"/>
            <a:ext cx="265814" cy="357188"/>
          </a:xfrm>
          <a:prstGeom prst="rect">
            <a:avLst/>
          </a:prstGeom>
        </p:spPr>
      </p:pic>
      <p:pic>
        <p:nvPicPr>
          <p:cNvPr id="166" name="Image 164" descr="preencoded.png"/>
          <p:cNvPicPr>
            <a:picLocks noChangeAspect="1"/>
          </p:cNvPicPr>
          <p:nvPr/>
        </p:nvPicPr>
        <p:blipFill>
          <a:blip r:embed="rId162"/>
          <a:stretch>
            <a:fillRect/>
          </a:stretch>
        </p:blipFill>
        <p:spPr>
          <a:xfrm>
            <a:off x="7235668" y="2299304"/>
            <a:ext cx="240894" cy="99681"/>
          </a:xfrm>
          <a:prstGeom prst="rect">
            <a:avLst/>
          </a:prstGeom>
        </p:spPr>
      </p:pic>
      <p:pic>
        <p:nvPicPr>
          <p:cNvPr id="167" name="Image 165" descr="preencoded.png"/>
          <p:cNvPicPr>
            <a:picLocks noChangeAspect="1"/>
          </p:cNvPicPr>
          <p:nvPr/>
        </p:nvPicPr>
        <p:blipFill>
          <a:blip r:embed="rId163"/>
          <a:stretch>
            <a:fillRect/>
          </a:stretch>
        </p:blipFill>
        <p:spPr>
          <a:xfrm>
            <a:off x="5181863" y="2314250"/>
            <a:ext cx="681148" cy="99681"/>
          </a:xfrm>
          <a:prstGeom prst="rect">
            <a:avLst/>
          </a:prstGeom>
        </p:spPr>
      </p:pic>
      <p:pic>
        <p:nvPicPr>
          <p:cNvPr id="168" name="Image 166" descr="preencoded.png"/>
          <p:cNvPicPr>
            <a:picLocks noChangeAspect="1"/>
          </p:cNvPicPr>
          <p:nvPr/>
        </p:nvPicPr>
        <p:blipFill>
          <a:blip r:embed="rId164"/>
          <a:stretch>
            <a:fillRect/>
          </a:stretch>
        </p:blipFill>
        <p:spPr>
          <a:xfrm>
            <a:off x="7164394" y="2339080"/>
            <a:ext cx="91373" cy="647922"/>
          </a:xfrm>
          <a:prstGeom prst="rect">
            <a:avLst/>
          </a:prstGeom>
        </p:spPr>
      </p:pic>
      <p:pic>
        <p:nvPicPr>
          <p:cNvPr id="169" name="Image 167" descr="preencoded.png"/>
          <p:cNvPicPr>
            <a:picLocks noChangeAspect="1"/>
          </p:cNvPicPr>
          <p:nvPr/>
        </p:nvPicPr>
        <p:blipFill>
          <a:blip r:embed="rId165"/>
          <a:stretch>
            <a:fillRect/>
          </a:stretch>
        </p:blipFill>
        <p:spPr>
          <a:xfrm>
            <a:off x="5092887" y="2354364"/>
            <a:ext cx="166134" cy="913735"/>
          </a:xfrm>
          <a:prstGeom prst="rect">
            <a:avLst/>
          </a:prstGeom>
        </p:spPr>
      </p:pic>
      <p:pic>
        <p:nvPicPr>
          <p:cNvPr id="170" name="Image 168" descr="preencoded.png"/>
          <p:cNvPicPr>
            <a:picLocks noChangeAspect="1"/>
          </p:cNvPicPr>
          <p:nvPr/>
        </p:nvPicPr>
        <p:blipFill>
          <a:blip r:embed="rId166"/>
          <a:stretch>
            <a:fillRect/>
          </a:stretch>
        </p:blipFill>
        <p:spPr>
          <a:xfrm>
            <a:off x="8612856" y="2510644"/>
            <a:ext cx="440254" cy="780828"/>
          </a:xfrm>
          <a:prstGeom prst="rect">
            <a:avLst/>
          </a:prstGeom>
        </p:spPr>
      </p:pic>
      <p:pic>
        <p:nvPicPr>
          <p:cNvPr id="171" name="Image 169" descr="preencoded.png"/>
          <p:cNvPicPr>
            <a:picLocks noChangeAspect="1"/>
          </p:cNvPicPr>
          <p:nvPr/>
        </p:nvPicPr>
        <p:blipFill>
          <a:blip r:embed="rId167"/>
          <a:stretch>
            <a:fillRect/>
          </a:stretch>
        </p:blipFill>
        <p:spPr>
          <a:xfrm>
            <a:off x="10294120" y="2547047"/>
            <a:ext cx="149520" cy="755909"/>
          </a:xfrm>
          <a:prstGeom prst="rect">
            <a:avLst/>
          </a:prstGeom>
        </p:spPr>
      </p:pic>
      <p:pic>
        <p:nvPicPr>
          <p:cNvPr id="172" name="Image 170" descr="preencoded.png"/>
          <p:cNvPicPr>
            <a:picLocks noChangeAspect="1"/>
          </p:cNvPicPr>
          <p:nvPr/>
        </p:nvPicPr>
        <p:blipFill>
          <a:blip r:embed="rId168"/>
          <a:stretch>
            <a:fillRect/>
          </a:stretch>
        </p:blipFill>
        <p:spPr>
          <a:xfrm>
            <a:off x="9104920" y="2900980"/>
            <a:ext cx="1162936" cy="407028"/>
          </a:xfrm>
          <a:prstGeom prst="rect">
            <a:avLst/>
          </a:prstGeom>
        </p:spPr>
      </p:pic>
      <p:pic>
        <p:nvPicPr>
          <p:cNvPr id="173" name="Image 171" descr="preencoded.png"/>
          <p:cNvPicPr>
            <a:picLocks noChangeAspect="1"/>
          </p:cNvPicPr>
          <p:nvPr/>
        </p:nvPicPr>
        <p:blipFill>
          <a:blip r:embed="rId169"/>
          <a:stretch>
            <a:fillRect/>
          </a:stretch>
        </p:blipFill>
        <p:spPr>
          <a:xfrm>
            <a:off x="3055342" y="2936746"/>
            <a:ext cx="99681" cy="315654"/>
          </a:xfrm>
          <a:prstGeom prst="rect">
            <a:avLst/>
          </a:prstGeom>
        </p:spPr>
      </p:pic>
      <p:pic>
        <p:nvPicPr>
          <p:cNvPr id="174" name="Image 172" descr="preencoded.png"/>
          <p:cNvPicPr>
            <a:picLocks noChangeAspect="1"/>
          </p:cNvPicPr>
          <p:nvPr/>
        </p:nvPicPr>
        <p:blipFill>
          <a:blip r:embed="rId170"/>
          <a:stretch>
            <a:fillRect/>
          </a:stretch>
        </p:blipFill>
        <p:spPr>
          <a:xfrm>
            <a:off x="8316436" y="2991722"/>
            <a:ext cx="315654" cy="423641"/>
          </a:xfrm>
          <a:prstGeom prst="rect">
            <a:avLst/>
          </a:prstGeom>
        </p:spPr>
      </p:pic>
      <p:pic>
        <p:nvPicPr>
          <p:cNvPr id="175" name="Image 173" descr="preencoded.png"/>
          <p:cNvPicPr>
            <a:picLocks noChangeAspect="1"/>
          </p:cNvPicPr>
          <p:nvPr/>
        </p:nvPicPr>
        <p:blipFill>
          <a:blip r:embed="rId171"/>
          <a:stretch>
            <a:fillRect/>
          </a:stretch>
        </p:blipFill>
        <p:spPr>
          <a:xfrm>
            <a:off x="1466114" y="3080036"/>
            <a:ext cx="174440" cy="107987"/>
          </a:xfrm>
          <a:prstGeom prst="rect">
            <a:avLst/>
          </a:prstGeom>
        </p:spPr>
      </p:pic>
      <p:pic>
        <p:nvPicPr>
          <p:cNvPr id="176" name="Image 174" descr="preencoded.png"/>
          <p:cNvPicPr>
            <a:picLocks noChangeAspect="1"/>
          </p:cNvPicPr>
          <p:nvPr/>
        </p:nvPicPr>
        <p:blipFill>
          <a:blip r:embed="rId172"/>
          <a:stretch>
            <a:fillRect/>
          </a:stretch>
        </p:blipFill>
        <p:spPr>
          <a:xfrm>
            <a:off x="5877446" y="3165259"/>
            <a:ext cx="1378910" cy="1204470"/>
          </a:xfrm>
          <a:prstGeom prst="rect">
            <a:avLst/>
          </a:prstGeom>
        </p:spPr>
      </p:pic>
      <p:pic>
        <p:nvPicPr>
          <p:cNvPr id="177" name="Image 175" descr="preencoded.png"/>
          <p:cNvPicPr>
            <a:picLocks noChangeAspect="1"/>
          </p:cNvPicPr>
          <p:nvPr/>
        </p:nvPicPr>
        <p:blipFill>
          <a:blip r:embed="rId173"/>
          <a:stretch>
            <a:fillRect/>
          </a:stretch>
        </p:blipFill>
        <p:spPr>
          <a:xfrm>
            <a:off x="8754319" y="3214438"/>
            <a:ext cx="74760" cy="448561"/>
          </a:xfrm>
          <a:prstGeom prst="rect">
            <a:avLst/>
          </a:prstGeom>
        </p:spPr>
      </p:pic>
      <p:pic>
        <p:nvPicPr>
          <p:cNvPr id="178" name="Image 176" descr="preencoded.png"/>
          <p:cNvPicPr>
            <a:picLocks noChangeAspect="1"/>
          </p:cNvPicPr>
          <p:nvPr/>
        </p:nvPicPr>
        <p:blipFill>
          <a:blip r:embed="rId174"/>
          <a:stretch>
            <a:fillRect/>
          </a:stretch>
        </p:blipFill>
        <p:spPr>
          <a:xfrm>
            <a:off x="10420807" y="3231965"/>
            <a:ext cx="199360" cy="448561"/>
          </a:xfrm>
          <a:prstGeom prst="rect">
            <a:avLst/>
          </a:prstGeom>
        </p:spPr>
      </p:pic>
      <p:pic>
        <p:nvPicPr>
          <p:cNvPr id="179" name="Image 177" descr="preencoded.png"/>
          <p:cNvPicPr>
            <a:picLocks noChangeAspect="1"/>
          </p:cNvPicPr>
          <p:nvPr/>
        </p:nvPicPr>
        <p:blipFill>
          <a:blip r:embed="rId175"/>
          <a:stretch>
            <a:fillRect/>
          </a:stretch>
        </p:blipFill>
        <p:spPr>
          <a:xfrm>
            <a:off x="715493" y="3242993"/>
            <a:ext cx="2010218" cy="1835778"/>
          </a:xfrm>
          <a:prstGeom prst="rect">
            <a:avLst/>
          </a:prstGeom>
        </p:spPr>
      </p:pic>
      <p:pic>
        <p:nvPicPr>
          <p:cNvPr id="180" name="Image 178" descr="preencoded.png"/>
          <p:cNvPicPr>
            <a:picLocks noChangeAspect="1"/>
          </p:cNvPicPr>
          <p:nvPr/>
        </p:nvPicPr>
        <p:blipFill>
          <a:blip r:embed="rId176"/>
          <a:stretch>
            <a:fillRect/>
          </a:stretch>
        </p:blipFill>
        <p:spPr>
          <a:xfrm>
            <a:off x="10642039" y="3257534"/>
            <a:ext cx="789135" cy="747602"/>
          </a:xfrm>
          <a:prstGeom prst="rect">
            <a:avLst/>
          </a:prstGeom>
        </p:spPr>
      </p:pic>
      <p:pic>
        <p:nvPicPr>
          <p:cNvPr id="181" name="Image 179" descr="preencoded.png"/>
          <p:cNvPicPr>
            <a:picLocks noChangeAspect="1"/>
          </p:cNvPicPr>
          <p:nvPr/>
        </p:nvPicPr>
        <p:blipFill>
          <a:blip r:embed="rId177"/>
          <a:stretch>
            <a:fillRect/>
          </a:stretch>
        </p:blipFill>
        <p:spPr>
          <a:xfrm>
            <a:off x="4809058" y="3316716"/>
            <a:ext cx="589774" cy="764215"/>
          </a:xfrm>
          <a:prstGeom prst="rect">
            <a:avLst/>
          </a:prstGeom>
        </p:spPr>
      </p:pic>
      <p:pic>
        <p:nvPicPr>
          <p:cNvPr id="182" name="Image 180" descr="preencoded.png"/>
          <p:cNvPicPr>
            <a:picLocks noChangeAspect="1"/>
          </p:cNvPicPr>
          <p:nvPr/>
        </p:nvPicPr>
        <p:blipFill>
          <a:blip r:embed="rId178"/>
          <a:stretch>
            <a:fillRect/>
          </a:stretch>
        </p:blipFill>
        <p:spPr>
          <a:xfrm>
            <a:off x="2802495" y="3321406"/>
            <a:ext cx="606388" cy="730989"/>
          </a:xfrm>
          <a:prstGeom prst="rect">
            <a:avLst/>
          </a:prstGeom>
        </p:spPr>
      </p:pic>
      <p:pic>
        <p:nvPicPr>
          <p:cNvPr id="183" name="Image 181" descr="preencoded.png"/>
          <p:cNvPicPr>
            <a:picLocks noChangeAspect="1"/>
          </p:cNvPicPr>
          <p:nvPr/>
        </p:nvPicPr>
        <p:blipFill>
          <a:blip r:embed="rId179"/>
          <a:stretch>
            <a:fillRect/>
          </a:stretch>
        </p:blipFill>
        <p:spPr>
          <a:xfrm>
            <a:off x="899684" y="3377748"/>
            <a:ext cx="1312457" cy="1179549"/>
          </a:xfrm>
          <a:prstGeom prst="rect">
            <a:avLst/>
          </a:prstGeom>
        </p:spPr>
      </p:pic>
      <p:pic>
        <p:nvPicPr>
          <p:cNvPr id="184" name="Image 182" descr="preencoded.png"/>
          <p:cNvPicPr>
            <a:picLocks noChangeAspect="1"/>
          </p:cNvPicPr>
          <p:nvPr/>
        </p:nvPicPr>
        <p:blipFill>
          <a:blip r:embed="rId180"/>
          <a:stretch>
            <a:fillRect/>
          </a:stretch>
        </p:blipFill>
        <p:spPr>
          <a:xfrm>
            <a:off x="5891077" y="3442291"/>
            <a:ext cx="1353990" cy="913735"/>
          </a:xfrm>
          <a:prstGeom prst="rect">
            <a:avLst/>
          </a:prstGeom>
        </p:spPr>
      </p:pic>
      <p:pic>
        <p:nvPicPr>
          <p:cNvPr id="185" name="Image 183" descr="preencoded.png"/>
          <p:cNvPicPr>
            <a:picLocks noChangeAspect="1"/>
          </p:cNvPicPr>
          <p:nvPr/>
        </p:nvPicPr>
        <p:blipFill>
          <a:blip r:embed="rId181"/>
          <a:stretch>
            <a:fillRect/>
          </a:stretch>
        </p:blipFill>
        <p:spPr>
          <a:xfrm>
            <a:off x="2818106" y="3454583"/>
            <a:ext cx="573161" cy="415334"/>
          </a:xfrm>
          <a:prstGeom prst="rect">
            <a:avLst/>
          </a:prstGeom>
        </p:spPr>
      </p:pic>
      <p:pic>
        <p:nvPicPr>
          <p:cNvPr id="186" name="Image 184" descr="preencoded.png"/>
          <p:cNvPicPr>
            <a:picLocks noChangeAspect="1"/>
          </p:cNvPicPr>
          <p:nvPr/>
        </p:nvPicPr>
        <p:blipFill>
          <a:blip r:embed="rId182"/>
          <a:stretch>
            <a:fillRect/>
          </a:stretch>
        </p:blipFill>
        <p:spPr>
          <a:xfrm>
            <a:off x="7236467" y="3464130"/>
            <a:ext cx="24920" cy="398721"/>
          </a:xfrm>
          <a:prstGeom prst="rect">
            <a:avLst/>
          </a:prstGeom>
        </p:spPr>
      </p:pic>
      <p:pic>
        <p:nvPicPr>
          <p:cNvPr id="187" name="Image 185" descr="preencoded.png"/>
          <p:cNvPicPr>
            <a:picLocks noChangeAspect="1"/>
          </p:cNvPicPr>
          <p:nvPr/>
        </p:nvPicPr>
        <p:blipFill>
          <a:blip r:embed="rId183"/>
          <a:stretch>
            <a:fillRect/>
          </a:stretch>
        </p:blipFill>
        <p:spPr>
          <a:xfrm>
            <a:off x="3867434" y="3481498"/>
            <a:ext cx="382108" cy="490095"/>
          </a:xfrm>
          <a:prstGeom prst="rect">
            <a:avLst/>
          </a:prstGeom>
        </p:spPr>
      </p:pic>
      <p:pic>
        <p:nvPicPr>
          <p:cNvPr id="188" name="Image 186" descr="preencoded.png"/>
          <p:cNvPicPr>
            <a:picLocks noChangeAspect="1"/>
          </p:cNvPicPr>
          <p:nvPr/>
        </p:nvPicPr>
        <p:blipFill>
          <a:blip r:embed="rId184"/>
          <a:stretch>
            <a:fillRect/>
          </a:stretch>
        </p:blipFill>
        <p:spPr>
          <a:xfrm>
            <a:off x="7523265" y="3518646"/>
            <a:ext cx="315654" cy="423641"/>
          </a:xfrm>
          <a:prstGeom prst="rect">
            <a:avLst/>
          </a:prstGeom>
        </p:spPr>
      </p:pic>
      <p:pic>
        <p:nvPicPr>
          <p:cNvPr id="189" name="Image 187" descr="preencoded.png"/>
          <p:cNvPicPr>
            <a:picLocks noChangeAspect="1"/>
          </p:cNvPicPr>
          <p:nvPr/>
        </p:nvPicPr>
        <p:blipFill>
          <a:blip r:embed="rId185"/>
          <a:stretch>
            <a:fillRect/>
          </a:stretch>
        </p:blipFill>
        <p:spPr>
          <a:xfrm>
            <a:off x="8317131" y="3520947"/>
            <a:ext cx="315654" cy="415334"/>
          </a:xfrm>
          <a:prstGeom prst="rect">
            <a:avLst/>
          </a:prstGeom>
        </p:spPr>
      </p:pic>
      <p:pic>
        <p:nvPicPr>
          <p:cNvPr id="190" name="Image 188" descr="preencoded.png"/>
          <p:cNvPicPr>
            <a:picLocks noChangeAspect="1"/>
          </p:cNvPicPr>
          <p:nvPr/>
        </p:nvPicPr>
        <p:blipFill>
          <a:blip r:embed="rId186"/>
          <a:stretch>
            <a:fillRect/>
          </a:stretch>
        </p:blipFill>
        <p:spPr>
          <a:xfrm>
            <a:off x="10719647" y="3581186"/>
            <a:ext cx="639615" cy="415334"/>
          </a:xfrm>
          <a:prstGeom prst="rect">
            <a:avLst/>
          </a:prstGeom>
        </p:spPr>
      </p:pic>
      <p:pic>
        <p:nvPicPr>
          <p:cNvPr id="191" name="Image 189" descr="preencoded.png"/>
          <p:cNvPicPr>
            <a:picLocks noChangeAspect="1"/>
          </p:cNvPicPr>
          <p:nvPr/>
        </p:nvPicPr>
        <p:blipFill>
          <a:blip r:embed="rId187"/>
          <a:stretch>
            <a:fillRect/>
          </a:stretch>
        </p:blipFill>
        <p:spPr>
          <a:xfrm>
            <a:off x="8710792" y="3580548"/>
            <a:ext cx="340574" cy="299041"/>
          </a:xfrm>
          <a:prstGeom prst="rect">
            <a:avLst/>
          </a:prstGeom>
        </p:spPr>
      </p:pic>
      <p:pic>
        <p:nvPicPr>
          <p:cNvPr id="192" name="Image 190" descr="preencoded.png"/>
          <p:cNvPicPr>
            <a:picLocks noChangeAspect="1"/>
          </p:cNvPicPr>
          <p:nvPr/>
        </p:nvPicPr>
        <p:blipFill>
          <a:blip r:embed="rId188"/>
          <a:stretch>
            <a:fillRect/>
          </a:stretch>
        </p:blipFill>
        <p:spPr>
          <a:xfrm>
            <a:off x="5309839" y="3617312"/>
            <a:ext cx="91373" cy="307347"/>
          </a:xfrm>
          <a:prstGeom prst="rect">
            <a:avLst/>
          </a:prstGeom>
        </p:spPr>
      </p:pic>
      <p:pic>
        <p:nvPicPr>
          <p:cNvPr id="193" name="Image 191" descr="preencoded.png"/>
          <p:cNvPicPr>
            <a:picLocks noChangeAspect="1"/>
          </p:cNvPicPr>
          <p:nvPr/>
        </p:nvPicPr>
        <p:blipFill>
          <a:blip r:embed="rId189"/>
          <a:stretch>
            <a:fillRect/>
          </a:stretch>
        </p:blipFill>
        <p:spPr>
          <a:xfrm>
            <a:off x="4828745" y="3621459"/>
            <a:ext cx="556548" cy="132907"/>
          </a:xfrm>
          <a:prstGeom prst="rect">
            <a:avLst/>
          </a:prstGeom>
        </p:spPr>
      </p:pic>
      <p:pic>
        <p:nvPicPr>
          <p:cNvPr id="194" name="Image 192" descr="preencoded.png"/>
          <p:cNvPicPr>
            <a:picLocks noChangeAspect="1"/>
          </p:cNvPicPr>
          <p:nvPr/>
        </p:nvPicPr>
        <p:blipFill>
          <a:blip r:embed="rId190"/>
          <a:stretch>
            <a:fillRect/>
          </a:stretch>
        </p:blipFill>
        <p:spPr>
          <a:xfrm>
            <a:off x="8668215" y="3646054"/>
            <a:ext cx="149520" cy="166134"/>
          </a:xfrm>
          <a:prstGeom prst="rect">
            <a:avLst/>
          </a:prstGeom>
        </p:spPr>
      </p:pic>
      <p:pic>
        <p:nvPicPr>
          <p:cNvPr id="195" name="Image 193" descr="preencoded.png"/>
          <p:cNvPicPr>
            <a:picLocks noChangeAspect="1"/>
          </p:cNvPicPr>
          <p:nvPr/>
        </p:nvPicPr>
        <p:blipFill>
          <a:blip r:embed="rId191"/>
          <a:stretch>
            <a:fillRect/>
          </a:stretch>
        </p:blipFill>
        <p:spPr>
          <a:xfrm>
            <a:off x="11067566" y="3667236"/>
            <a:ext cx="224280" cy="332267"/>
          </a:xfrm>
          <a:prstGeom prst="rect">
            <a:avLst/>
          </a:prstGeom>
        </p:spPr>
      </p:pic>
      <p:pic>
        <p:nvPicPr>
          <p:cNvPr id="196" name="Image 194" descr="preencoded.png"/>
          <p:cNvPicPr>
            <a:picLocks noChangeAspect="1"/>
          </p:cNvPicPr>
          <p:nvPr/>
        </p:nvPicPr>
        <p:blipFill>
          <a:blip r:embed="rId192"/>
          <a:stretch>
            <a:fillRect/>
          </a:stretch>
        </p:blipFill>
        <p:spPr>
          <a:xfrm>
            <a:off x="7241681" y="3677612"/>
            <a:ext cx="232587" cy="99681"/>
          </a:xfrm>
          <a:prstGeom prst="rect">
            <a:avLst/>
          </a:prstGeom>
        </p:spPr>
      </p:pic>
      <p:pic>
        <p:nvPicPr>
          <p:cNvPr id="197" name="Image 195" descr="preencoded.png"/>
          <p:cNvPicPr>
            <a:picLocks noChangeAspect="1"/>
          </p:cNvPicPr>
          <p:nvPr/>
        </p:nvPicPr>
        <p:blipFill>
          <a:blip r:embed="rId193"/>
          <a:stretch>
            <a:fillRect/>
          </a:stretch>
        </p:blipFill>
        <p:spPr>
          <a:xfrm>
            <a:off x="11092070" y="3681274"/>
            <a:ext cx="182747" cy="315654"/>
          </a:xfrm>
          <a:prstGeom prst="rect">
            <a:avLst/>
          </a:prstGeom>
        </p:spPr>
      </p:pic>
      <p:pic>
        <p:nvPicPr>
          <p:cNvPr id="198" name="Image 196" descr="preencoded.png"/>
          <p:cNvPicPr>
            <a:picLocks noChangeAspect="1"/>
          </p:cNvPicPr>
          <p:nvPr/>
        </p:nvPicPr>
        <p:blipFill>
          <a:blip r:embed="rId194"/>
          <a:stretch>
            <a:fillRect/>
          </a:stretch>
        </p:blipFill>
        <p:spPr>
          <a:xfrm>
            <a:off x="3479906" y="3684342"/>
            <a:ext cx="340574" cy="99681"/>
          </a:xfrm>
          <a:prstGeom prst="rect">
            <a:avLst/>
          </a:prstGeom>
        </p:spPr>
      </p:pic>
      <p:pic>
        <p:nvPicPr>
          <p:cNvPr id="199" name="Image 197" descr="preencoded.png"/>
          <p:cNvPicPr>
            <a:picLocks noChangeAspect="1"/>
          </p:cNvPicPr>
          <p:nvPr/>
        </p:nvPicPr>
        <p:blipFill>
          <a:blip r:embed="rId195"/>
          <a:stretch>
            <a:fillRect/>
          </a:stretch>
        </p:blipFill>
        <p:spPr>
          <a:xfrm>
            <a:off x="5727861" y="3684631"/>
            <a:ext cx="132907" cy="99681"/>
          </a:xfrm>
          <a:prstGeom prst="rect">
            <a:avLst/>
          </a:prstGeom>
        </p:spPr>
      </p:pic>
      <p:pic>
        <p:nvPicPr>
          <p:cNvPr id="200" name="Image 198" descr="preencoded.png"/>
          <p:cNvPicPr>
            <a:picLocks noChangeAspect="1"/>
          </p:cNvPicPr>
          <p:nvPr/>
        </p:nvPicPr>
        <p:blipFill>
          <a:blip r:embed="rId196"/>
          <a:stretch>
            <a:fillRect/>
          </a:stretch>
        </p:blipFill>
        <p:spPr>
          <a:xfrm>
            <a:off x="10420163" y="3692077"/>
            <a:ext cx="199360" cy="415334"/>
          </a:xfrm>
          <a:prstGeom prst="rect">
            <a:avLst/>
          </a:prstGeom>
        </p:spPr>
      </p:pic>
      <p:pic>
        <p:nvPicPr>
          <p:cNvPr id="201" name="Image 199" descr="preencoded.png"/>
          <p:cNvPicPr>
            <a:picLocks noChangeAspect="1"/>
          </p:cNvPicPr>
          <p:nvPr/>
        </p:nvPicPr>
        <p:blipFill>
          <a:blip r:embed="rId197"/>
          <a:stretch>
            <a:fillRect/>
          </a:stretch>
        </p:blipFill>
        <p:spPr>
          <a:xfrm>
            <a:off x="3114114" y="3706127"/>
            <a:ext cx="83067" cy="83067"/>
          </a:xfrm>
          <a:prstGeom prst="rect">
            <a:avLst/>
          </a:prstGeom>
        </p:spPr>
      </p:pic>
      <p:pic>
        <p:nvPicPr>
          <p:cNvPr id="202" name="Image 200" descr="preencoded.png"/>
          <p:cNvPicPr>
            <a:picLocks noChangeAspect="1"/>
          </p:cNvPicPr>
          <p:nvPr/>
        </p:nvPicPr>
        <p:blipFill>
          <a:blip r:embed="rId198"/>
          <a:stretch>
            <a:fillRect/>
          </a:stretch>
        </p:blipFill>
        <p:spPr>
          <a:xfrm>
            <a:off x="5439783" y="3726925"/>
            <a:ext cx="315654" cy="24920"/>
          </a:xfrm>
          <a:prstGeom prst="rect">
            <a:avLst/>
          </a:prstGeom>
        </p:spPr>
      </p:pic>
      <p:pic>
        <p:nvPicPr>
          <p:cNvPr id="203" name="Image 201" descr="preencoded.png"/>
          <p:cNvPicPr>
            <a:picLocks noChangeAspect="1"/>
          </p:cNvPicPr>
          <p:nvPr/>
        </p:nvPicPr>
        <p:blipFill>
          <a:blip r:embed="rId199"/>
          <a:stretch>
            <a:fillRect/>
          </a:stretch>
        </p:blipFill>
        <p:spPr>
          <a:xfrm>
            <a:off x="4848399" y="3751466"/>
            <a:ext cx="515015" cy="33227"/>
          </a:xfrm>
          <a:prstGeom prst="rect">
            <a:avLst/>
          </a:prstGeom>
        </p:spPr>
      </p:pic>
      <p:pic>
        <p:nvPicPr>
          <p:cNvPr id="204" name="Image 202" descr="preencoded.png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3154949" y="3762171"/>
            <a:ext cx="307347" cy="315654"/>
          </a:xfrm>
          <a:prstGeom prst="rect">
            <a:avLst/>
          </a:prstGeom>
        </p:spPr>
      </p:pic>
      <p:pic>
        <p:nvPicPr>
          <p:cNvPr id="205" name="Image 203" descr="preencoded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715690" y="3765089"/>
            <a:ext cx="16614" cy="639615"/>
          </a:xfrm>
          <a:prstGeom prst="rect">
            <a:avLst/>
          </a:prstGeom>
        </p:spPr>
      </p:pic>
      <p:pic>
        <p:nvPicPr>
          <p:cNvPr id="206" name="Image 204" descr="preencoded.png"/>
          <p:cNvPicPr>
            <a:picLocks noChangeAspect="1"/>
          </p:cNvPicPr>
          <p:nvPr/>
        </p:nvPicPr>
        <p:blipFill>
          <a:blip r:embed="rId202"/>
          <a:stretch>
            <a:fillRect/>
          </a:stretch>
        </p:blipFill>
        <p:spPr>
          <a:xfrm>
            <a:off x="4830407" y="3790756"/>
            <a:ext cx="556548" cy="132907"/>
          </a:xfrm>
          <a:prstGeom prst="rect">
            <a:avLst/>
          </a:prstGeom>
        </p:spPr>
      </p:pic>
      <p:pic>
        <p:nvPicPr>
          <p:cNvPr id="207" name="Image 205" descr="preencoded.png"/>
          <p:cNvPicPr>
            <a:picLocks noChangeAspect="1"/>
          </p:cNvPicPr>
          <p:nvPr/>
        </p:nvPicPr>
        <p:blipFill>
          <a:blip r:embed="rId203"/>
          <a:stretch>
            <a:fillRect/>
          </a:stretch>
        </p:blipFill>
        <p:spPr>
          <a:xfrm>
            <a:off x="11210523" y="3793601"/>
            <a:ext cx="232587" cy="107987"/>
          </a:xfrm>
          <a:prstGeom prst="rect">
            <a:avLst/>
          </a:prstGeom>
        </p:spPr>
      </p:pic>
      <p:pic>
        <p:nvPicPr>
          <p:cNvPr id="208" name="Image 206" descr="preencoded.png"/>
          <p:cNvPicPr>
            <a:picLocks noChangeAspect="1"/>
          </p:cNvPicPr>
          <p:nvPr/>
        </p:nvPicPr>
        <p:blipFill>
          <a:blip r:embed="rId204"/>
          <a:stretch>
            <a:fillRect/>
          </a:stretch>
        </p:blipFill>
        <p:spPr>
          <a:xfrm>
            <a:off x="6758137" y="3800309"/>
            <a:ext cx="498401" cy="564855"/>
          </a:xfrm>
          <a:prstGeom prst="rect">
            <a:avLst/>
          </a:prstGeom>
        </p:spPr>
      </p:pic>
      <p:pic>
        <p:nvPicPr>
          <p:cNvPr id="209" name="Image 207" descr="preencoded.png"/>
          <p:cNvPicPr>
            <a:picLocks noChangeAspect="1"/>
          </p:cNvPicPr>
          <p:nvPr/>
        </p:nvPicPr>
        <p:blipFill>
          <a:blip r:embed="rId205"/>
          <a:stretch>
            <a:fillRect/>
          </a:stretch>
        </p:blipFill>
        <p:spPr>
          <a:xfrm>
            <a:off x="8802332" y="3797516"/>
            <a:ext cx="24920" cy="224280"/>
          </a:xfrm>
          <a:prstGeom prst="rect">
            <a:avLst/>
          </a:prstGeom>
        </p:spPr>
      </p:pic>
      <p:pic>
        <p:nvPicPr>
          <p:cNvPr id="210" name="Image 208" descr="preencoded.png"/>
          <p:cNvPicPr>
            <a:picLocks noChangeAspect="1"/>
          </p:cNvPicPr>
          <p:nvPr/>
        </p:nvPicPr>
        <p:blipFill>
          <a:blip r:embed="rId206"/>
          <a:stretch>
            <a:fillRect/>
          </a:stretch>
        </p:blipFill>
        <p:spPr>
          <a:xfrm>
            <a:off x="2818527" y="3807706"/>
            <a:ext cx="348881" cy="232587"/>
          </a:xfrm>
          <a:prstGeom prst="rect">
            <a:avLst/>
          </a:prstGeom>
        </p:spPr>
      </p:pic>
      <p:pic>
        <p:nvPicPr>
          <p:cNvPr id="211" name="Image 209" descr="preencoded.png"/>
          <p:cNvPicPr>
            <a:picLocks noChangeAspect="1"/>
          </p:cNvPicPr>
          <p:nvPr/>
        </p:nvPicPr>
        <p:blipFill>
          <a:blip r:embed="rId207"/>
          <a:stretch>
            <a:fillRect/>
          </a:stretch>
        </p:blipFill>
        <p:spPr>
          <a:xfrm>
            <a:off x="8307854" y="3806622"/>
            <a:ext cx="332267" cy="149520"/>
          </a:xfrm>
          <a:prstGeom prst="rect">
            <a:avLst/>
          </a:prstGeom>
        </p:spPr>
      </p:pic>
      <p:pic>
        <p:nvPicPr>
          <p:cNvPr id="212" name="Image 210" descr="preencoded.png"/>
          <p:cNvPicPr>
            <a:picLocks noChangeAspect="1"/>
          </p:cNvPicPr>
          <p:nvPr/>
        </p:nvPicPr>
        <p:blipFill>
          <a:blip r:embed="rId208"/>
          <a:stretch>
            <a:fillRect/>
          </a:stretch>
        </p:blipFill>
        <p:spPr>
          <a:xfrm>
            <a:off x="11105776" y="3814898"/>
            <a:ext cx="365494" cy="257507"/>
          </a:xfrm>
          <a:prstGeom prst="rect">
            <a:avLst/>
          </a:prstGeom>
        </p:spPr>
      </p:pic>
      <p:pic>
        <p:nvPicPr>
          <p:cNvPr id="213" name="Image 211" descr="preencoded.png"/>
          <p:cNvPicPr>
            <a:picLocks noChangeAspect="1"/>
          </p:cNvPicPr>
          <p:nvPr/>
        </p:nvPicPr>
        <p:blipFill>
          <a:blip r:embed="rId209"/>
          <a:stretch>
            <a:fillRect/>
          </a:stretch>
        </p:blipFill>
        <p:spPr>
          <a:xfrm>
            <a:off x="8612607" y="3869766"/>
            <a:ext cx="1702871" cy="1204470"/>
          </a:xfrm>
          <a:prstGeom prst="rect">
            <a:avLst/>
          </a:prstGeom>
        </p:spPr>
      </p:pic>
      <p:pic>
        <p:nvPicPr>
          <p:cNvPr id="214" name="Image 212" descr="preencoded.png"/>
          <p:cNvPicPr>
            <a:picLocks noChangeAspect="1"/>
          </p:cNvPicPr>
          <p:nvPr/>
        </p:nvPicPr>
        <p:blipFill>
          <a:blip r:embed="rId210"/>
          <a:stretch>
            <a:fillRect/>
          </a:stretch>
        </p:blipFill>
        <p:spPr>
          <a:xfrm>
            <a:off x="10924496" y="3984136"/>
            <a:ext cx="166134" cy="16614"/>
          </a:xfrm>
          <a:prstGeom prst="rect">
            <a:avLst/>
          </a:prstGeom>
        </p:spPr>
      </p:pic>
      <p:pic>
        <p:nvPicPr>
          <p:cNvPr id="215" name="Image 213" descr="preencoded.png"/>
          <p:cNvPicPr>
            <a:picLocks noChangeAspect="1"/>
          </p:cNvPicPr>
          <p:nvPr/>
        </p:nvPicPr>
        <p:blipFill>
          <a:blip r:embed="rId211"/>
          <a:stretch>
            <a:fillRect/>
          </a:stretch>
        </p:blipFill>
        <p:spPr>
          <a:xfrm>
            <a:off x="5130444" y="3989045"/>
            <a:ext cx="274121" cy="74760"/>
          </a:xfrm>
          <a:prstGeom prst="rect">
            <a:avLst/>
          </a:prstGeom>
        </p:spPr>
      </p:pic>
      <p:pic>
        <p:nvPicPr>
          <p:cNvPr id="216" name="Image 214" descr="preencoded.png"/>
          <p:cNvPicPr>
            <a:picLocks noChangeAspect="1"/>
          </p:cNvPicPr>
          <p:nvPr/>
        </p:nvPicPr>
        <p:blipFill>
          <a:blip r:embed="rId212"/>
          <a:stretch>
            <a:fillRect/>
          </a:stretch>
        </p:blipFill>
        <p:spPr>
          <a:xfrm>
            <a:off x="7330558" y="3997735"/>
            <a:ext cx="207668" cy="83067"/>
          </a:xfrm>
          <a:prstGeom prst="rect">
            <a:avLst/>
          </a:prstGeom>
        </p:spPr>
      </p:pic>
      <p:pic>
        <p:nvPicPr>
          <p:cNvPr id="217" name="Image 215" descr="preencoded.png"/>
          <p:cNvPicPr>
            <a:picLocks noChangeAspect="1"/>
          </p:cNvPicPr>
          <p:nvPr/>
        </p:nvPicPr>
        <p:blipFill>
          <a:blip r:embed="rId213"/>
          <a:stretch>
            <a:fillRect/>
          </a:stretch>
        </p:blipFill>
        <p:spPr>
          <a:xfrm>
            <a:off x="7658262" y="3997658"/>
            <a:ext cx="91373" cy="83067"/>
          </a:xfrm>
          <a:prstGeom prst="rect">
            <a:avLst/>
          </a:prstGeom>
        </p:spPr>
      </p:pic>
      <p:pic>
        <p:nvPicPr>
          <p:cNvPr id="218" name="Image 216" descr="preencoded.png"/>
          <p:cNvPicPr>
            <a:picLocks noChangeAspect="1"/>
          </p:cNvPicPr>
          <p:nvPr/>
        </p:nvPicPr>
        <p:blipFill>
          <a:blip r:embed="rId214"/>
          <a:stretch>
            <a:fillRect/>
          </a:stretch>
        </p:blipFill>
        <p:spPr>
          <a:xfrm>
            <a:off x="7917171" y="3998596"/>
            <a:ext cx="83067" cy="132907"/>
          </a:xfrm>
          <a:prstGeom prst="rect">
            <a:avLst/>
          </a:prstGeom>
        </p:spPr>
      </p:pic>
      <p:pic>
        <p:nvPicPr>
          <p:cNvPr id="219" name="Image 217" descr="preencoded.png"/>
          <p:cNvPicPr>
            <a:picLocks noChangeAspect="1"/>
          </p:cNvPicPr>
          <p:nvPr/>
        </p:nvPicPr>
        <p:blipFill>
          <a:blip r:embed="rId215"/>
          <a:stretch>
            <a:fillRect/>
          </a:stretch>
        </p:blipFill>
        <p:spPr>
          <a:xfrm>
            <a:off x="5056765" y="3999254"/>
            <a:ext cx="99681" cy="66453"/>
          </a:xfrm>
          <a:prstGeom prst="rect">
            <a:avLst/>
          </a:prstGeom>
        </p:spPr>
      </p:pic>
      <p:pic>
        <p:nvPicPr>
          <p:cNvPr id="220" name="Image 218" descr="preencoded.png"/>
          <p:cNvPicPr>
            <a:picLocks noChangeAspect="1"/>
          </p:cNvPicPr>
          <p:nvPr/>
        </p:nvPicPr>
        <p:blipFill>
          <a:blip r:embed="rId216"/>
          <a:stretch>
            <a:fillRect/>
          </a:stretch>
        </p:blipFill>
        <p:spPr>
          <a:xfrm>
            <a:off x="7545323" y="4000225"/>
            <a:ext cx="107987" cy="124601"/>
          </a:xfrm>
          <a:prstGeom prst="rect">
            <a:avLst/>
          </a:prstGeom>
        </p:spPr>
      </p:pic>
      <p:pic>
        <p:nvPicPr>
          <p:cNvPr id="221" name="Image 219" descr="preencoded.png"/>
          <p:cNvPicPr>
            <a:picLocks noChangeAspect="1"/>
          </p:cNvPicPr>
          <p:nvPr/>
        </p:nvPicPr>
        <p:blipFill>
          <a:blip r:embed="rId217"/>
          <a:stretch>
            <a:fillRect/>
          </a:stretch>
        </p:blipFill>
        <p:spPr>
          <a:xfrm>
            <a:off x="7804606" y="4001113"/>
            <a:ext cx="166134" cy="74760"/>
          </a:xfrm>
          <a:prstGeom prst="rect">
            <a:avLst/>
          </a:prstGeom>
        </p:spPr>
      </p:pic>
      <p:pic>
        <p:nvPicPr>
          <p:cNvPr id="222" name="Image 220" descr="preencoded.png"/>
          <p:cNvPicPr>
            <a:picLocks noChangeAspect="1"/>
          </p:cNvPicPr>
          <p:nvPr/>
        </p:nvPicPr>
        <p:blipFill>
          <a:blip r:embed="rId218"/>
          <a:stretch>
            <a:fillRect/>
          </a:stretch>
        </p:blipFill>
        <p:spPr>
          <a:xfrm>
            <a:off x="5155819" y="4013070"/>
            <a:ext cx="240894" cy="41534"/>
          </a:xfrm>
          <a:prstGeom prst="rect">
            <a:avLst/>
          </a:prstGeom>
        </p:spPr>
      </p:pic>
      <p:pic>
        <p:nvPicPr>
          <p:cNvPr id="223" name="Image 221" descr="preencoded.png"/>
          <p:cNvPicPr>
            <a:picLocks noChangeAspect="1"/>
          </p:cNvPicPr>
          <p:nvPr/>
        </p:nvPicPr>
        <p:blipFill>
          <a:blip r:embed="rId219"/>
          <a:stretch>
            <a:fillRect/>
          </a:stretch>
        </p:blipFill>
        <p:spPr>
          <a:xfrm>
            <a:off x="8316992" y="4051235"/>
            <a:ext cx="323961" cy="423641"/>
          </a:xfrm>
          <a:prstGeom prst="rect">
            <a:avLst/>
          </a:prstGeom>
        </p:spPr>
      </p:pic>
      <p:pic>
        <p:nvPicPr>
          <p:cNvPr id="224" name="Image 222" descr="preencoded.png"/>
          <p:cNvPicPr>
            <a:picLocks noChangeAspect="1"/>
          </p:cNvPicPr>
          <p:nvPr/>
        </p:nvPicPr>
        <p:blipFill>
          <a:blip r:embed="rId220"/>
          <a:stretch>
            <a:fillRect/>
          </a:stretch>
        </p:blipFill>
        <p:spPr>
          <a:xfrm>
            <a:off x="7792405" y="4058563"/>
            <a:ext cx="107987" cy="41534"/>
          </a:xfrm>
          <a:prstGeom prst="rect">
            <a:avLst/>
          </a:prstGeom>
        </p:spPr>
      </p:pic>
      <p:pic>
        <p:nvPicPr>
          <p:cNvPr id="225" name="Image 223" descr="preencoded.png"/>
          <p:cNvPicPr>
            <a:picLocks noChangeAspect="1"/>
          </p:cNvPicPr>
          <p:nvPr/>
        </p:nvPicPr>
        <p:blipFill>
          <a:blip r:embed="rId221"/>
          <a:stretch>
            <a:fillRect/>
          </a:stretch>
        </p:blipFill>
        <p:spPr>
          <a:xfrm>
            <a:off x="8328851" y="4063050"/>
            <a:ext cx="290734" cy="398721"/>
          </a:xfrm>
          <a:prstGeom prst="rect">
            <a:avLst/>
          </a:prstGeom>
        </p:spPr>
      </p:pic>
      <p:pic>
        <p:nvPicPr>
          <p:cNvPr id="226" name="Image 224" descr="preencoded.png"/>
          <p:cNvPicPr>
            <a:picLocks noChangeAspect="1"/>
          </p:cNvPicPr>
          <p:nvPr/>
        </p:nvPicPr>
        <p:blipFill>
          <a:blip r:embed="rId222"/>
          <a:stretch>
            <a:fillRect/>
          </a:stretch>
        </p:blipFill>
        <p:spPr>
          <a:xfrm>
            <a:off x="7344432" y="4070432"/>
            <a:ext cx="83067" cy="58147"/>
          </a:xfrm>
          <a:prstGeom prst="rect">
            <a:avLst/>
          </a:prstGeom>
        </p:spPr>
      </p:pic>
      <p:pic>
        <p:nvPicPr>
          <p:cNvPr id="227" name="Image 225" descr="preencoded.png"/>
          <p:cNvPicPr>
            <a:picLocks noChangeAspect="1"/>
          </p:cNvPicPr>
          <p:nvPr/>
        </p:nvPicPr>
        <p:blipFill>
          <a:blip r:embed="rId223"/>
          <a:stretch>
            <a:fillRect/>
          </a:stretch>
        </p:blipFill>
        <p:spPr>
          <a:xfrm>
            <a:off x="7672955" y="4070941"/>
            <a:ext cx="83067" cy="58147"/>
          </a:xfrm>
          <a:prstGeom prst="rect">
            <a:avLst/>
          </a:prstGeom>
        </p:spPr>
      </p:pic>
      <p:pic>
        <p:nvPicPr>
          <p:cNvPr id="228" name="Image 226" descr="preencoded.png"/>
          <p:cNvPicPr>
            <a:picLocks noChangeAspect="1"/>
          </p:cNvPicPr>
          <p:nvPr/>
        </p:nvPicPr>
        <p:blipFill>
          <a:blip r:embed="rId224"/>
          <a:stretch>
            <a:fillRect/>
          </a:stretch>
        </p:blipFill>
        <p:spPr>
          <a:xfrm>
            <a:off x="7456777" y="4072814"/>
            <a:ext cx="83067" cy="58147"/>
          </a:xfrm>
          <a:prstGeom prst="rect">
            <a:avLst/>
          </a:prstGeom>
        </p:spPr>
      </p:pic>
      <p:pic>
        <p:nvPicPr>
          <p:cNvPr id="229" name="Image 227" descr="preencoded.png"/>
          <p:cNvPicPr>
            <a:picLocks noChangeAspect="1"/>
          </p:cNvPicPr>
          <p:nvPr/>
        </p:nvPicPr>
        <p:blipFill>
          <a:blip r:embed="rId225"/>
          <a:stretch>
            <a:fillRect/>
          </a:stretch>
        </p:blipFill>
        <p:spPr>
          <a:xfrm>
            <a:off x="7798582" y="4075730"/>
            <a:ext cx="91373" cy="49840"/>
          </a:xfrm>
          <a:prstGeom prst="rect">
            <a:avLst/>
          </a:prstGeom>
        </p:spPr>
      </p:pic>
      <p:pic>
        <p:nvPicPr>
          <p:cNvPr id="230" name="Image 228" descr="preencoded.png"/>
          <p:cNvPicPr>
            <a:picLocks noChangeAspect="1"/>
          </p:cNvPicPr>
          <p:nvPr/>
        </p:nvPicPr>
        <p:blipFill>
          <a:blip r:embed="rId226"/>
          <a:stretch>
            <a:fillRect/>
          </a:stretch>
        </p:blipFill>
        <p:spPr>
          <a:xfrm>
            <a:off x="10296303" y="4093868"/>
            <a:ext cx="149520" cy="448561"/>
          </a:xfrm>
          <a:prstGeom prst="rect">
            <a:avLst/>
          </a:prstGeom>
        </p:spPr>
      </p:pic>
      <p:pic>
        <p:nvPicPr>
          <p:cNvPr id="231" name="Image 229" descr="preencoded.png"/>
          <p:cNvPicPr>
            <a:picLocks noChangeAspect="1"/>
          </p:cNvPicPr>
          <p:nvPr/>
        </p:nvPicPr>
        <p:blipFill>
          <a:blip r:embed="rId227"/>
          <a:stretch>
            <a:fillRect/>
          </a:stretch>
        </p:blipFill>
        <p:spPr>
          <a:xfrm>
            <a:off x="1067059" y="4115050"/>
            <a:ext cx="971882" cy="299041"/>
          </a:xfrm>
          <a:prstGeom prst="rect">
            <a:avLst/>
          </a:prstGeom>
        </p:spPr>
      </p:pic>
      <p:sp>
        <p:nvSpPr>
          <p:cNvPr id="232" name="Shape 0"/>
          <p:cNvSpPr/>
          <p:nvPr/>
        </p:nvSpPr>
        <p:spPr>
          <a:xfrm rot="-18000">
            <a:off x="2865211" y="4142295"/>
            <a:ext cx="26747" cy="148358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233" name="Image 230" descr="preencoded.png"/>
          <p:cNvPicPr>
            <a:picLocks noChangeAspect="1"/>
          </p:cNvPicPr>
          <p:nvPr/>
        </p:nvPicPr>
        <p:blipFill>
          <a:blip r:embed="rId228"/>
          <a:stretch>
            <a:fillRect/>
          </a:stretch>
        </p:blipFill>
        <p:spPr>
          <a:xfrm>
            <a:off x="3028936" y="4140536"/>
            <a:ext cx="107987" cy="149520"/>
          </a:xfrm>
          <a:prstGeom prst="rect">
            <a:avLst/>
          </a:prstGeom>
        </p:spPr>
      </p:pic>
      <p:pic>
        <p:nvPicPr>
          <p:cNvPr id="234" name="Image 231" descr="preencoded.png"/>
          <p:cNvPicPr>
            <a:picLocks noChangeAspect="1"/>
          </p:cNvPicPr>
          <p:nvPr/>
        </p:nvPicPr>
        <p:blipFill>
          <a:blip r:embed="rId229"/>
          <a:stretch>
            <a:fillRect/>
          </a:stretch>
        </p:blipFill>
        <p:spPr>
          <a:xfrm>
            <a:off x="3308042" y="4140598"/>
            <a:ext cx="83067" cy="41534"/>
          </a:xfrm>
          <a:prstGeom prst="rect">
            <a:avLst/>
          </a:prstGeom>
        </p:spPr>
      </p:pic>
      <p:pic>
        <p:nvPicPr>
          <p:cNvPr id="235" name="Image 232" descr="preencoded.png"/>
          <p:cNvPicPr>
            <a:picLocks noChangeAspect="1"/>
          </p:cNvPicPr>
          <p:nvPr/>
        </p:nvPicPr>
        <p:blipFill>
          <a:blip r:embed="rId230"/>
          <a:stretch>
            <a:fillRect/>
          </a:stretch>
        </p:blipFill>
        <p:spPr>
          <a:xfrm>
            <a:off x="3389103" y="4141599"/>
            <a:ext cx="41534" cy="99681"/>
          </a:xfrm>
          <a:prstGeom prst="rect">
            <a:avLst/>
          </a:prstGeom>
        </p:spPr>
      </p:pic>
      <p:sp>
        <p:nvSpPr>
          <p:cNvPr id="236" name="Shape 1"/>
          <p:cNvSpPr/>
          <p:nvPr/>
        </p:nvSpPr>
        <p:spPr>
          <a:xfrm rot="-6000">
            <a:off x="2984994" y="4143957"/>
            <a:ext cx="27745" cy="147859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237" name="Image 233" descr="preencoded.png"/>
          <p:cNvPicPr>
            <a:picLocks noChangeAspect="1"/>
          </p:cNvPicPr>
          <p:nvPr/>
        </p:nvPicPr>
        <p:blipFill>
          <a:blip r:embed="rId231"/>
          <a:stretch>
            <a:fillRect/>
          </a:stretch>
        </p:blipFill>
        <p:spPr>
          <a:xfrm>
            <a:off x="2816949" y="4144952"/>
            <a:ext cx="49840" cy="141214"/>
          </a:xfrm>
          <a:prstGeom prst="rect">
            <a:avLst/>
          </a:prstGeom>
        </p:spPr>
      </p:pic>
      <p:pic>
        <p:nvPicPr>
          <p:cNvPr id="238" name="Image 234" descr="preencoded.png"/>
          <p:cNvPicPr>
            <a:picLocks noChangeAspect="1"/>
          </p:cNvPicPr>
          <p:nvPr/>
        </p:nvPicPr>
        <p:blipFill>
          <a:blip r:embed="rId232"/>
          <a:stretch>
            <a:fillRect/>
          </a:stretch>
        </p:blipFill>
        <p:spPr>
          <a:xfrm>
            <a:off x="3191171" y="4144529"/>
            <a:ext cx="99681" cy="66453"/>
          </a:xfrm>
          <a:prstGeom prst="rect">
            <a:avLst/>
          </a:prstGeom>
        </p:spPr>
      </p:pic>
      <p:pic>
        <p:nvPicPr>
          <p:cNvPr id="239" name="Image 235" descr="preencoded.png"/>
          <p:cNvPicPr>
            <a:picLocks noChangeAspect="1"/>
          </p:cNvPicPr>
          <p:nvPr/>
        </p:nvPicPr>
        <p:blipFill>
          <a:blip r:embed="rId233"/>
          <a:stretch>
            <a:fillRect/>
          </a:stretch>
        </p:blipFill>
        <p:spPr>
          <a:xfrm>
            <a:off x="2899600" y="4152015"/>
            <a:ext cx="74760" cy="107987"/>
          </a:xfrm>
          <a:prstGeom prst="rect">
            <a:avLst/>
          </a:prstGeom>
        </p:spPr>
      </p:pic>
      <p:pic>
        <p:nvPicPr>
          <p:cNvPr id="240" name="Image 236" descr="preencoded.png"/>
          <p:cNvPicPr>
            <a:picLocks noChangeAspect="1"/>
          </p:cNvPicPr>
          <p:nvPr/>
        </p:nvPicPr>
        <p:blipFill>
          <a:blip r:embed="rId234"/>
          <a:stretch>
            <a:fillRect/>
          </a:stretch>
        </p:blipFill>
        <p:spPr>
          <a:xfrm>
            <a:off x="2774585" y="4157579"/>
            <a:ext cx="58147" cy="99681"/>
          </a:xfrm>
          <a:prstGeom prst="rect">
            <a:avLst/>
          </a:prstGeom>
        </p:spPr>
      </p:pic>
      <p:pic>
        <p:nvPicPr>
          <p:cNvPr id="241" name="Image 237" descr="preencoded.png"/>
          <p:cNvPicPr>
            <a:picLocks noChangeAspect="1"/>
          </p:cNvPicPr>
          <p:nvPr/>
        </p:nvPicPr>
        <p:blipFill>
          <a:blip r:embed="rId235"/>
          <a:stretch>
            <a:fillRect/>
          </a:stretch>
        </p:blipFill>
        <p:spPr>
          <a:xfrm>
            <a:off x="3311144" y="4172158"/>
            <a:ext cx="74760" cy="58147"/>
          </a:xfrm>
          <a:prstGeom prst="rect">
            <a:avLst/>
          </a:prstGeom>
        </p:spPr>
      </p:pic>
      <p:pic>
        <p:nvPicPr>
          <p:cNvPr id="242" name="Image 238" descr="preencoded.png"/>
          <p:cNvPicPr>
            <a:picLocks noChangeAspect="1"/>
          </p:cNvPicPr>
          <p:nvPr/>
        </p:nvPicPr>
        <p:blipFill>
          <a:blip r:embed="rId236"/>
          <a:stretch>
            <a:fillRect/>
          </a:stretch>
        </p:blipFill>
        <p:spPr>
          <a:xfrm>
            <a:off x="3182267" y="4203682"/>
            <a:ext cx="232587" cy="91373"/>
          </a:xfrm>
          <a:prstGeom prst="rect">
            <a:avLst/>
          </a:prstGeom>
        </p:spPr>
      </p:pic>
      <p:pic>
        <p:nvPicPr>
          <p:cNvPr id="243" name="Image 239" descr="preencoded.png"/>
          <p:cNvPicPr>
            <a:picLocks noChangeAspect="1"/>
          </p:cNvPicPr>
          <p:nvPr/>
        </p:nvPicPr>
        <p:blipFill>
          <a:blip r:embed="rId237"/>
          <a:stretch>
            <a:fillRect/>
          </a:stretch>
        </p:blipFill>
        <p:spPr>
          <a:xfrm>
            <a:off x="1334787" y="4233890"/>
            <a:ext cx="897122" cy="897122"/>
          </a:xfrm>
          <a:prstGeom prst="rect">
            <a:avLst/>
          </a:prstGeom>
        </p:spPr>
      </p:pic>
      <p:pic>
        <p:nvPicPr>
          <p:cNvPr id="244" name="Image 240" descr="preencoded.png"/>
          <p:cNvPicPr>
            <a:picLocks noChangeAspect="1"/>
          </p:cNvPicPr>
          <p:nvPr/>
        </p:nvPicPr>
        <p:blipFill>
          <a:blip r:embed="rId238"/>
          <a:stretch>
            <a:fillRect/>
          </a:stretch>
        </p:blipFill>
        <p:spPr>
          <a:xfrm>
            <a:off x="715690" y="4381119"/>
            <a:ext cx="573161" cy="373801"/>
          </a:xfrm>
          <a:prstGeom prst="rect">
            <a:avLst/>
          </a:prstGeom>
        </p:spPr>
      </p:pic>
      <p:pic>
        <p:nvPicPr>
          <p:cNvPr id="245" name="Image 241" descr="preencoded.png"/>
          <p:cNvPicPr>
            <a:picLocks noChangeAspect="1"/>
          </p:cNvPicPr>
          <p:nvPr/>
        </p:nvPicPr>
        <p:blipFill>
          <a:blip r:embed="rId239"/>
          <a:stretch>
            <a:fillRect/>
          </a:stretch>
        </p:blipFill>
        <p:spPr>
          <a:xfrm>
            <a:off x="3054510" y="4388422"/>
            <a:ext cx="99681" cy="315654"/>
          </a:xfrm>
          <a:prstGeom prst="rect">
            <a:avLst/>
          </a:prstGeom>
        </p:spPr>
      </p:pic>
      <p:pic>
        <p:nvPicPr>
          <p:cNvPr id="246" name="Image 242" descr="preencoded.png"/>
          <p:cNvPicPr>
            <a:picLocks noChangeAspect="1"/>
          </p:cNvPicPr>
          <p:nvPr/>
        </p:nvPicPr>
        <p:blipFill>
          <a:blip r:embed="rId240"/>
          <a:stretch>
            <a:fillRect/>
          </a:stretch>
        </p:blipFill>
        <p:spPr>
          <a:xfrm>
            <a:off x="1173721" y="4535263"/>
            <a:ext cx="531628" cy="24920"/>
          </a:xfrm>
          <a:prstGeom prst="rect">
            <a:avLst/>
          </a:prstGeom>
        </p:spPr>
      </p:pic>
      <p:pic>
        <p:nvPicPr>
          <p:cNvPr id="247" name="Image 243" descr="preencoded.png"/>
          <p:cNvPicPr>
            <a:picLocks noChangeAspect="1"/>
          </p:cNvPicPr>
          <p:nvPr/>
        </p:nvPicPr>
        <p:blipFill>
          <a:blip r:embed="rId241"/>
          <a:stretch>
            <a:fillRect/>
          </a:stretch>
        </p:blipFill>
        <p:spPr>
          <a:xfrm>
            <a:off x="5093914" y="4545231"/>
            <a:ext cx="2168045" cy="1204470"/>
          </a:xfrm>
          <a:prstGeom prst="rect">
            <a:avLst/>
          </a:prstGeom>
        </p:spPr>
      </p:pic>
      <p:pic>
        <p:nvPicPr>
          <p:cNvPr id="248" name="Image 244" descr="preencoded.png"/>
          <p:cNvPicPr>
            <a:picLocks noChangeAspect="1"/>
          </p:cNvPicPr>
          <p:nvPr/>
        </p:nvPicPr>
        <p:blipFill>
          <a:blip r:embed="rId242"/>
          <a:stretch>
            <a:fillRect/>
          </a:stretch>
        </p:blipFill>
        <p:spPr>
          <a:xfrm>
            <a:off x="1244743" y="4730574"/>
            <a:ext cx="365494" cy="24920"/>
          </a:xfrm>
          <a:prstGeom prst="rect">
            <a:avLst/>
          </a:prstGeom>
        </p:spPr>
      </p:pic>
      <p:pic>
        <p:nvPicPr>
          <p:cNvPr id="249" name="Image 245" descr="preencoded.png"/>
          <p:cNvPicPr>
            <a:picLocks noChangeAspect="1"/>
          </p:cNvPicPr>
          <p:nvPr/>
        </p:nvPicPr>
        <p:blipFill>
          <a:blip r:embed="rId243"/>
          <a:stretch>
            <a:fillRect/>
          </a:stretch>
        </p:blipFill>
        <p:spPr>
          <a:xfrm>
            <a:off x="2642759" y="4730824"/>
            <a:ext cx="431948" cy="407028"/>
          </a:xfrm>
          <a:prstGeom prst="rect">
            <a:avLst/>
          </a:prstGeom>
        </p:spPr>
      </p:pic>
      <p:pic>
        <p:nvPicPr>
          <p:cNvPr id="250" name="Image 246" descr="preencoded.png"/>
          <p:cNvPicPr>
            <a:picLocks noChangeAspect="1"/>
          </p:cNvPicPr>
          <p:nvPr/>
        </p:nvPicPr>
        <p:blipFill>
          <a:blip r:embed="rId244"/>
          <a:stretch>
            <a:fillRect/>
          </a:stretch>
        </p:blipFill>
        <p:spPr>
          <a:xfrm>
            <a:off x="3252609" y="4782487"/>
            <a:ext cx="207668" cy="83067"/>
          </a:xfrm>
          <a:prstGeom prst="rect">
            <a:avLst/>
          </a:prstGeom>
        </p:spPr>
      </p:pic>
      <p:pic>
        <p:nvPicPr>
          <p:cNvPr id="251" name="Image 247" descr="preencoded.png"/>
          <p:cNvPicPr>
            <a:picLocks noChangeAspect="1"/>
          </p:cNvPicPr>
          <p:nvPr/>
        </p:nvPicPr>
        <p:blipFill>
          <a:blip r:embed="rId245"/>
          <a:stretch>
            <a:fillRect/>
          </a:stretch>
        </p:blipFill>
        <p:spPr>
          <a:xfrm>
            <a:off x="2786547" y="4806000"/>
            <a:ext cx="141214" cy="315654"/>
          </a:xfrm>
          <a:prstGeom prst="rect">
            <a:avLst/>
          </a:prstGeom>
        </p:spPr>
      </p:pic>
      <p:pic>
        <p:nvPicPr>
          <p:cNvPr id="252" name="Image 248" descr="preencoded.png"/>
          <p:cNvPicPr>
            <a:picLocks noChangeAspect="1"/>
          </p:cNvPicPr>
          <p:nvPr/>
        </p:nvPicPr>
        <p:blipFill>
          <a:blip r:embed="rId246"/>
          <a:stretch>
            <a:fillRect/>
          </a:stretch>
        </p:blipFill>
        <p:spPr>
          <a:xfrm>
            <a:off x="5891420" y="4821948"/>
            <a:ext cx="1353990" cy="913735"/>
          </a:xfrm>
          <a:prstGeom prst="rect">
            <a:avLst/>
          </a:prstGeom>
        </p:spPr>
      </p:pic>
      <p:pic>
        <p:nvPicPr>
          <p:cNvPr id="253" name="Image 249" descr="preencoded.png"/>
          <p:cNvPicPr>
            <a:picLocks noChangeAspect="1"/>
          </p:cNvPicPr>
          <p:nvPr/>
        </p:nvPicPr>
        <p:blipFill>
          <a:blip r:embed="rId247"/>
          <a:stretch>
            <a:fillRect/>
          </a:stretch>
        </p:blipFill>
        <p:spPr>
          <a:xfrm>
            <a:off x="3160824" y="4826669"/>
            <a:ext cx="390414" cy="290734"/>
          </a:xfrm>
          <a:prstGeom prst="rect">
            <a:avLst/>
          </a:prstGeom>
        </p:spPr>
      </p:pic>
      <p:pic>
        <p:nvPicPr>
          <p:cNvPr id="254" name="Image 250" descr="preencoded.png"/>
          <p:cNvPicPr>
            <a:picLocks noChangeAspect="1"/>
          </p:cNvPicPr>
          <p:nvPr/>
        </p:nvPicPr>
        <p:blipFill>
          <a:blip r:embed="rId248"/>
          <a:stretch>
            <a:fillRect/>
          </a:stretch>
        </p:blipFill>
        <p:spPr>
          <a:xfrm>
            <a:off x="7523764" y="4899701"/>
            <a:ext cx="315654" cy="423641"/>
          </a:xfrm>
          <a:prstGeom prst="rect">
            <a:avLst/>
          </a:prstGeom>
        </p:spPr>
      </p:pic>
      <p:pic>
        <p:nvPicPr>
          <p:cNvPr id="255" name="Image 251" descr="preencoded.png"/>
          <p:cNvPicPr>
            <a:picLocks noChangeAspect="1"/>
          </p:cNvPicPr>
          <p:nvPr/>
        </p:nvPicPr>
        <p:blipFill>
          <a:blip r:embed="rId249"/>
          <a:stretch>
            <a:fillRect/>
          </a:stretch>
        </p:blipFill>
        <p:spPr>
          <a:xfrm>
            <a:off x="1701029" y="4911910"/>
            <a:ext cx="265814" cy="274121"/>
          </a:xfrm>
          <a:prstGeom prst="rect">
            <a:avLst/>
          </a:prstGeom>
        </p:spPr>
      </p:pic>
      <p:pic>
        <p:nvPicPr>
          <p:cNvPr id="256" name="Image 252" descr="preencoded.png"/>
          <p:cNvPicPr>
            <a:picLocks noChangeAspect="1"/>
          </p:cNvPicPr>
          <p:nvPr/>
        </p:nvPicPr>
        <p:blipFill>
          <a:blip r:embed="rId250"/>
          <a:stretch>
            <a:fillRect/>
          </a:stretch>
        </p:blipFill>
        <p:spPr>
          <a:xfrm>
            <a:off x="2928342" y="4935832"/>
            <a:ext cx="107987" cy="191054"/>
          </a:xfrm>
          <a:prstGeom prst="rect">
            <a:avLst/>
          </a:prstGeom>
        </p:spPr>
      </p:pic>
      <p:pic>
        <p:nvPicPr>
          <p:cNvPr id="257" name="Image 253" descr="preencoded.png"/>
          <p:cNvPicPr>
            <a:picLocks noChangeAspect="1"/>
          </p:cNvPicPr>
          <p:nvPr/>
        </p:nvPicPr>
        <p:blipFill>
          <a:blip r:embed="rId251"/>
          <a:stretch>
            <a:fillRect/>
          </a:stretch>
        </p:blipFill>
        <p:spPr>
          <a:xfrm>
            <a:off x="1935277" y="5010593"/>
            <a:ext cx="323961" cy="174440"/>
          </a:xfrm>
          <a:prstGeom prst="rect">
            <a:avLst/>
          </a:prstGeom>
        </p:spPr>
      </p:pic>
      <p:pic>
        <p:nvPicPr>
          <p:cNvPr id="258" name="Image 254" descr="preencoded.png"/>
          <p:cNvPicPr>
            <a:picLocks noChangeAspect="1"/>
          </p:cNvPicPr>
          <p:nvPr/>
        </p:nvPicPr>
        <p:blipFill>
          <a:blip r:embed="rId252"/>
          <a:stretch>
            <a:fillRect/>
          </a:stretch>
        </p:blipFill>
        <p:spPr>
          <a:xfrm>
            <a:off x="2862331" y="5027911"/>
            <a:ext cx="157827" cy="107987"/>
          </a:xfrm>
          <a:prstGeom prst="rect">
            <a:avLst/>
          </a:prstGeom>
        </p:spPr>
      </p:pic>
      <p:pic>
        <p:nvPicPr>
          <p:cNvPr id="259" name="Image 255" descr="preencoded.png"/>
          <p:cNvPicPr>
            <a:picLocks noChangeAspect="1"/>
          </p:cNvPicPr>
          <p:nvPr/>
        </p:nvPicPr>
        <p:blipFill>
          <a:blip r:embed="rId253"/>
          <a:stretch>
            <a:fillRect/>
          </a:stretch>
        </p:blipFill>
        <p:spPr>
          <a:xfrm>
            <a:off x="7242032" y="5063439"/>
            <a:ext cx="232587" cy="99681"/>
          </a:xfrm>
          <a:prstGeom prst="rect">
            <a:avLst/>
          </a:prstGeom>
        </p:spPr>
      </p:pic>
      <p:pic>
        <p:nvPicPr>
          <p:cNvPr id="260" name="Image 256" descr="preencoded.png"/>
          <p:cNvPicPr>
            <a:picLocks noChangeAspect="1"/>
          </p:cNvPicPr>
          <p:nvPr/>
        </p:nvPicPr>
        <p:blipFill>
          <a:blip r:embed="rId254"/>
          <a:stretch>
            <a:fillRect/>
          </a:stretch>
        </p:blipFill>
        <p:spPr>
          <a:xfrm>
            <a:off x="2837716" y="5067909"/>
            <a:ext cx="41534" cy="58147"/>
          </a:xfrm>
          <a:prstGeom prst="rect">
            <a:avLst/>
          </a:prstGeom>
        </p:spPr>
      </p:pic>
      <p:pic>
        <p:nvPicPr>
          <p:cNvPr id="261" name="Image 257" descr="preencoded.png"/>
          <p:cNvPicPr>
            <a:picLocks noChangeAspect="1"/>
          </p:cNvPicPr>
          <p:nvPr/>
        </p:nvPicPr>
        <p:blipFill>
          <a:blip r:embed="rId255"/>
          <a:stretch>
            <a:fillRect/>
          </a:stretch>
        </p:blipFill>
        <p:spPr>
          <a:xfrm>
            <a:off x="5551344" y="5086612"/>
            <a:ext cx="307347" cy="99681"/>
          </a:xfrm>
          <a:prstGeom prst="rect">
            <a:avLst/>
          </a:prstGeom>
        </p:spPr>
      </p:pic>
      <p:pic>
        <p:nvPicPr>
          <p:cNvPr id="262" name="Image 258" descr="preencoded.png"/>
          <p:cNvPicPr>
            <a:picLocks noChangeAspect="1"/>
          </p:cNvPicPr>
          <p:nvPr/>
        </p:nvPicPr>
        <p:blipFill>
          <a:blip r:embed="rId256"/>
          <a:stretch>
            <a:fillRect/>
          </a:stretch>
        </p:blipFill>
        <p:spPr>
          <a:xfrm>
            <a:off x="2934025" y="5188358"/>
            <a:ext cx="332267" cy="182747"/>
          </a:xfrm>
          <a:prstGeom prst="rect">
            <a:avLst/>
          </a:prstGeom>
        </p:spPr>
      </p:pic>
      <p:pic>
        <p:nvPicPr>
          <p:cNvPr id="263" name="Image 259" descr="preencoded.png"/>
          <p:cNvPicPr>
            <a:picLocks noChangeAspect="1"/>
          </p:cNvPicPr>
          <p:nvPr/>
        </p:nvPicPr>
        <p:blipFill>
          <a:blip r:embed="rId257"/>
          <a:stretch>
            <a:fillRect/>
          </a:stretch>
        </p:blipFill>
        <p:spPr>
          <a:xfrm>
            <a:off x="9261742" y="5196030"/>
            <a:ext cx="880509" cy="415334"/>
          </a:xfrm>
          <a:prstGeom prst="rect">
            <a:avLst/>
          </a:prstGeom>
        </p:spPr>
      </p:pic>
      <p:pic>
        <p:nvPicPr>
          <p:cNvPr id="264" name="Image 260" descr="preencoded.png"/>
          <p:cNvPicPr>
            <a:picLocks noChangeAspect="1"/>
          </p:cNvPicPr>
          <p:nvPr/>
        </p:nvPicPr>
        <p:blipFill>
          <a:blip r:embed="rId258"/>
          <a:stretch>
            <a:fillRect/>
          </a:stretch>
        </p:blipFill>
        <p:spPr>
          <a:xfrm>
            <a:off x="2901022" y="5288120"/>
            <a:ext cx="407028" cy="257507"/>
          </a:xfrm>
          <a:prstGeom prst="rect">
            <a:avLst/>
          </a:prstGeom>
        </p:spPr>
      </p:pic>
      <p:pic>
        <p:nvPicPr>
          <p:cNvPr id="265" name="Image 261" descr="preencoded.png"/>
          <p:cNvPicPr>
            <a:picLocks noChangeAspect="1"/>
          </p:cNvPicPr>
          <p:nvPr/>
        </p:nvPicPr>
        <p:blipFill>
          <a:blip r:embed="rId259"/>
          <a:stretch>
            <a:fillRect/>
          </a:stretch>
        </p:blipFill>
        <p:spPr>
          <a:xfrm>
            <a:off x="7922903" y="5378628"/>
            <a:ext cx="116293" cy="83067"/>
          </a:xfrm>
          <a:prstGeom prst="rect">
            <a:avLst/>
          </a:prstGeom>
        </p:spPr>
      </p:pic>
      <p:pic>
        <p:nvPicPr>
          <p:cNvPr id="266" name="Image 262" descr="preencoded.png"/>
          <p:cNvPicPr>
            <a:picLocks noChangeAspect="1"/>
          </p:cNvPicPr>
          <p:nvPr/>
        </p:nvPicPr>
        <p:blipFill>
          <a:blip r:embed="rId260"/>
          <a:stretch>
            <a:fillRect/>
          </a:stretch>
        </p:blipFill>
        <p:spPr>
          <a:xfrm>
            <a:off x="7306538" y="5379384"/>
            <a:ext cx="99681" cy="74760"/>
          </a:xfrm>
          <a:prstGeom prst="rect">
            <a:avLst/>
          </a:prstGeom>
        </p:spPr>
      </p:pic>
      <p:pic>
        <p:nvPicPr>
          <p:cNvPr id="267" name="Image 263" descr="preencoded.png"/>
          <p:cNvPicPr>
            <a:picLocks noChangeAspect="1"/>
          </p:cNvPicPr>
          <p:nvPr/>
        </p:nvPicPr>
        <p:blipFill>
          <a:blip r:embed="rId261"/>
          <a:stretch>
            <a:fillRect/>
          </a:stretch>
        </p:blipFill>
        <p:spPr>
          <a:xfrm>
            <a:off x="7611018" y="5380733"/>
            <a:ext cx="41534" cy="99681"/>
          </a:xfrm>
          <a:prstGeom prst="rect">
            <a:avLst/>
          </a:prstGeom>
        </p:spPr>
      </p:pic>
      <p:pic>
        <p:nvPicPr>
          <p:cNvPr id="268" name="Image 264" descr="preencoded.png"/>
          <p:cNvPicPr>
            <a:picLocks noChangeAspect="1"/>
          </p:cNvPicPr>
          <p:nvPr/>
        </p:nvPicPr>
        <p:blipFill>
          <a:blip r:embed="rId262"/>
          <a:stretch>
            <a:fillRect/>
          </a:stretch>
        </p:blipFill>
        <p:spPr>
          <a:xfrm>
            <a:off x="7731102" y="5380139"/>
            <a:ext cx="41534" cy="83067"/>
          </a:xfrm>
          <a:prstGeom prst="rect">
            <a:avLst/>
          </a:prstGeom>
        </p:spPr>
      </p:pic>
      <p:pic>
        <p:nvPicPr>
          <p:cNvPr id="269" name="Image 265" descr="preencoded.png"/>
          <p:cNvPicPr>
            <a:picLocks noChangeAspect="1"/>
          </p:cNvPicPr>
          <p:nvPr/>
        </p:nvPicPr>
        <p:blipFill>
          <a:blip r:embed="rId263"/>
          <a:stretch>
            <a:fillRect/>
          </a:stretch>
        </p:blipFill>
        <p:spPr>
          <a:xfrm>
            <a:off x="7887101" y="5381149"/>
            <a:ext cx="41534" cy="83067"/>
          </a:xfrm>
          <a:prstGeom prst="rect">
            <a:avLst/>
          </a:prstGeom>
        </p:spPr>
      </p:pic>
      <p:pic>
        <p:nvPicPr>
          <p:cNvPr id="270" name="Image 266" descr="preencoded.png"/>
          <p:cNvPicPr>
            <a:picLocks noChangeAspect="1"/>
          </p:cNvPicPr>
          <p:nvPr/>
        </p:nvPicPr>
        <p:blipFill>
          <a:blip r:embed="rId264"/>
          <a:stretch>
            <a:fillRect/>
          </a:stretch>
        </p:blipFill>
        <p:spPr>
          <a:xfrm>
            <a:off x="7419818" y="5385474"/>
            <a:ext cx="99681" cy="58147"/>
          </a:xfrm>
          <a:prstGeom prst="rect">
            <a:avLst/>
          </a:prstGeom>
        </p:spPr>
      </p:pic>
      <p:pic>
        <p:nvPicPr>
          <p:cNvPr id="271" name="Image 267" descr="preencoded.png"/>
          <p:cNvPicPr>
            <a:picLocks noChangeAspect="1"/>
          </p:cNvPicPr>
          <p:nvPr/>
        </p:nvPicPr>
        <p:blipFill>
          <a:blip r:embed="rId265"/>
          <a:stretch>
            <a:fillRect/>
          </a:stretch>
        </p:blipFill>
        <p:spPr>
          <a:xfrm>
            <a:off x="7819479" y="5384595"/>
            <a:ext cx="66453" cy="74760"/>
          </a:xfrm>
          <a:prstGeom prst="rect">
            <a:avLst/>
          </a:prstGeom>
        </p:spPr>
      </p:pic>
      <p:pic>
        <p:nvPicPr>
          <p:cNvPr id="272" name="Image 268" descr="preencoded.png"/>
          <p:cNvPicPr>
            <a:picLocks noChangeAspect="1"/>
          </p:cNvPicPr>
          <p:nvPr/>
        </p:nvPicPr>
        <p:blipFill>
          <a:blip r:embed="rId266"/>
          <a:stretch>
            <a:fillRect/>
          </a:stretch>
        </p:blipFill>
        <p:spPr>
          <a:xfrm>
            <a:off x="7551788" y="5387551"/>
            <a:ext cx="182747" cy="74760"/>
          </a:xfrm>
          <a:prstGeom prst="rect">
            <a:avLst/>
          </a:prstGeom>
        </p:spPr>
      </p:pic>
      <p:pic>
        <p:nvPicPr>
          <p:cNvPr id="273" name="Image 269" descr="preencoded.png"/>
          <p:cNvPicPr>
            <a:picLocks noChangeAspect="1"/>
          </p:cNvPicPr>
          <p:nvPr/>
        </p:nvPicPr>
        <p:blipFill>
          <a:blip r:embed="rId267"/>
          <a:stretch>
            <a:fillRect/>
          </a:stretch>
        </p:blipFill>
        <p:spPr>
          <a:xfrm>
            <a:off x="7324905" y="5449512"/>
            <a:ext cx="83067" cy="58147"/>
          </a:xfrm>
          <a:prstGeom prst="rect">
            <a:avLst/>
          </a:prstGeom>
        </p:spPr>
      </p:pic>
      <p:pic>
        <p:nvPicPr>
          <p:cNvPr id="274" name="Image 270" descr="preencoded.png"/>
          <p:cNvPicPr>
            <a:picLocks noChangeAspect="1"/>
          </p:cNvPicPr>
          <p:nvPr/>
        </p:nvPicPr>
        <p:blipFill>
          <a:blip r:embed="rId268"/>
          <a:stretch>
            <a:fillRect/>
          </a:stretch>
        </p:blipFill>
        <p:spPr>
          <a:xfrm>
            <a:off x="7829205" y="5455995"/>
            <a:ext cx="191054" cy="58147"/>
          </a:xfrm>
          <a:prstGeom prst="rect">
            <a:avLst/>
          </a:prstGeom>
        </p:spPr>
      </p:pic>
      <p:pic>
        <p:nvPicPr>
          <p:cNvPr id="275" name="Image 271" descr="preencoded.png"/>
          <p:cNvPicPr>
            <a:picLocks noChangeAspect="1"/>
          </p:cNvPicPr>
          <p:nvPr/>
        </p:nvPicPr>
        <p:blipFill>
          <a:blip r:embed="rId269"/>
          <a:stretch>
            <a:fillRect/>
          </a:stretch>
        </p:blipFill>
        <p:spPr>
          <a:xfrm>
            <a:off x="9290819" y="5597627"/>
            <a:ext cx="257507" cy="16614"/>
          </a:xfrm>
          <a:prstGeom prst="rect">
            <a:avLst/>
          </a:prstGeom>
        </p:spPr>
      </p:pic>
      <p:pic>
        <p:nvPicPr>
          <p:cNvPr id="276" name="Image 272" descr="preencoded.png"/>
          <p:cNvPicPr>
            <a:picLocks noChangeAspect="1"/>
          </p:cNvPicPr>
          <p:nvPr/>
        </p:nvPicPr>
        <p:blipFill>
          <a:blip r:embed="rId270"/>
          <a:stretch>
            <a:fillRect/>
          </a:stretch>
        </p:blipFill>
        <p:spPr>
          <a:xfrm>
            <a:off x="9078197" y="2065291"/>
            <a:ext cx="1221082" cy="16614"/>
          </a:xfrm>
          <a:prstGeom prst="rect">
            <a:avLst/>
          </a:prstGeom>
        </p:spPr>
      </p:pic>
      <p:pic>
        <p:nvPicPr>
          <p:cNvPr id="277" name="Image 273" descr="preencoded.png"/>
          <p:cNvPicPr>
            <a:picLocks noChangeAspect="1"/>
          </p:cNvPicPr>
          <p:nvPr/>
        </p:nvPicPr>
        <p:blipFill>
          <a:blip r:embed="rId271"/>
          <a:stretch>
            <a:fillRect/>
          </a:stretch>
        </p:blipFill>
        <p:spPr>
          <a:xfrm>
            <a:off x="2686119" y="2087885"/>
            <a:ext cx="157827" cy="24920"/>
          </a:xfrm>
          <a:prstGeom prst="rect">
            <a:avLst/>
          </a:prstGeom>
        </p:spPr>
      </p:pic>
      <p:pic>
        <p:nvPicPr>
          <p:cNvPr id="278" name="Image 274" descr="preencoded.png"/>
          <p:cNvPicPr>
            <a:picLocks noChangeAspect="1"/>
          </p:cNvPicPr>
          <p:nvPr/>
        </p:nvPicPr>
        <p:blipFill>
          <a:blip r:embed="rId272"/>
          <a:stretch>
            <a:fillRect/>
          </a:stretch>
        </p:blipFill>
        <p:spPr>
          <a:xfrm>
            <a:off x="2677148" y="2053994"/>
            <a:ext cx="315654" cy="116293"/>
          </a:xfrm>
          <a:prstGeom prst="rect">
            <a:avLst/>
          </a:prstGeom>
        </p:spPr>
      </p:pic>
      <p:pic>
        <p:nvPicPr>
          <p:cNvPr id="279" name="Image 275" descr="preencoded.png"/>
          <p:cNvPicPr>
            <a:picLocks noChangeAspect="1"/>
          </p:cNvPicPr>
          <p:nvPr/>
        </p:nvPicPr>
        <p:blipFill>
          <a:blip r:embed="rId273"/>
          <a:stretch>
            <a:fillRect/>
          </a:stretch>
        </p:blipFill>
        <p:spPr>
          <a:xfrm>
            <a:off x="6020834" y="2151847"/>
            <a:ext cx="33227" cy="41534"/>
          </a:xfrm>
          <a:prstGeom prst="rect">
            <a:avLst/>
          </a:prstGeom>
        </p:spPr>
      </p:pic>
      <p:pic>
        <p:nvPicPr>
          <p:cNvPr id="280" name="Image 276" descr="preencoded.png"/>
          <p:cNvPicPr>
            <a:picLocks noChangeAspect="1"/>
          </p:cNvPicPr>
          <p:nvPr/>
        </p:nvPicPr>
        <p:blipFill>
          <a:blip r:embed="rId274"/>
          <a:stretch>
            <a:fillRect/>
          </a:stretch>
        </p:blipFill>
        <p:spPr>
          <a:xfrm>
            <a:off x="6020269" y="2177016"/>
            <a:ext cx="16614" cy="323961"/>
          </a:xfrm>
          <a:prstGeom prst="rect">
            <a:avLst/>
          </a:prstGeom>
        </p:spPr>
      </p:pic>
      <p:pic>
        <p:nvPicPr>
          <p:cNvPr id="281" name="Image 277" descr="preencoded.png"/>
          <p:cNvPicPr>
            <a:picLocks noChangeAspect="1"/>
          </p:cNvPicPr>
          <p:nvPr/>
        </p:nvPicPr>
        <p:blipFill>
          <a:blip r:embed="rId275"/>
          <a:stretch>
            <a:fillRect/>
          </a:stretch>
        </p:blipFill>
        <p:spPr>
          <a:xfrm>
            <a:off x="6020173" y="2480709"/>
            <a:ext cx="174440" cy="124601"/>
          </a:xfrm>
          <a:prstGeom prst="rect">
            <a:avLst/>
          </a:prstGeom>
        </p:spPr>
      </p:pic>
      <p:pic>
        <p:nvPicPr>
          <p:cNvPr id="282" name="Image 278" descr="preencoded.png"/>
          <p:cNvPicPr>
            <a:picLocks noChangeAspect="1"/>
          </p:cNvPicPr>
          <p:nvPr/>
        </p:nvPicPr>
        <p:blipFill>
          <a:blip r:embed="rId276"/>
          <a:stretch>
            <a:fillRect/>
          </a:stretch>
        </p:blipFill>
        <p:spPr>
          <a:xfrm>
            <a:off x="6180326" y="2586287"/>
            <a:ext cx="166134" cy="16614"/>
          </a:xfrm>
          <a:prstGeom prst="rect">
            <a:avLst/>
          </a:prstGeom>
        </p:spPr>
      </p:pic>
      <p:pic>
        <p:nvPicPr>
          <p:cNvPr id="283" name="Image 279" descr="preencoded.png"/>
          <p:cNvPicPr>
            <a:picLocks noChangeAspect="1"/>
          </p:cNvPicPr>
          <p:nvPr/>
        </p:nvPicPr>
        <p:blipFill>
          <a:blip r:embed="rId277"/>
          <a:stretch>
            <a:fillRect/>
          </a:stretch>
        </p:blipFill>
        <p:spPr>
          <a:xfrm>
            <a:off x="6331674" y="2440255"/>
            <a:ext cx="149520" cy="166134"/>
          </a:xfrm>
          <a:prstGeom prst="rect">
            <a:avLst/>
          </a:prstGeom>
        </p:spPr>
      </p:pic>
      <p:pic>
        <p:nvPicPr>
          <p:cNvPr id="284" name="Image 280" descr="preencoded.png"/>
          <p:cNvPicPr>
            <a:picLocks noChangeAspect="1"/>
          </p:cNvPicPr>
          <p:nvPr/>
        </p:nvPicPr>
        <p:blipFill>
          <a:blip r:embed="rId278"/>
          <a:stretch>
            <a:fillRect/>
          </a:stretch>
        </p:blipFill>
        <p:spPr>
          <a:xfrm>
            <a:off x="6463916" y="2322466"/>
            <a:ext cx="16614" cy="132907"/>
          </a:xfrm>
          <a:prstGeom prst="rect">
            <a:avLst/>
          </a:prstGeom>
        </p:spPr>
      </p:pic>
      <p:pic>
        <p:nvPicPr>
          <p:cNvPr id="285" name="Image 281" descr="preencoded.png"/>
          <p:cNvPicPr>
            <a:picLocks noChangeAspect="1"/>
          </p:cNvPicPr>
          <p:nvPr/>
        </p:nvPicPr>
        <p:blipFill>
          <a:blip r:embed="rId279"/>
          <a:stretch>
            <a:fillRect/>
          </a:stretch>
        </p:blipFill>
        <p:spPr>
          <a:xfrm>
            <a:off x="6403528" y="2154422"/>
            <a:ext cx="83067" cy="182747"/>
          </a:xfrm>
          <a:prstGeom prst="rect">
            <a:avLst/>
          </a:prstGeom>
        </p:spPr>
      </p:pic>
      <p:pic>
        <p:nvPicPr>
          <p:cNvPr id="286" name="Image 282" descr="preencoded.png"/>
          <p:cNvPicPr>
            <a:picLocks noChangeAspect="1"/>
          </p:cNvPicPr>
          <p:nvPr/>
        </p:nvPicPr>
        <p:blipFill>
          <a:blip r:embed="rId280"/>
          <a:stretch>
            <a:fillRect/>
          </a:stretch>
        </p:blipFill>
        <p:spPr>
          <a:xfrm>
            <a:off x="6021337" y="2480709"/>
            <a:ext cx="107987" cy="24920"/>
          </a:xfrm>
          <a:prstGeom prst="rect">
            <a:avLst/>
          </a:prstGeom>
        </p:spPr>
      </p:pic>
      <p:pic>
        <p:nvPicPr>
          <p:cNvPr id="287" name="Image 283" descr="preencoded.png"/>
          <p:cNvPicPr>
            <a:picLocks noChangeAspect="1"/>
          </p:cNvPicPr>
          <p:nvPr/>
        </p:nvPicPr>
        <p:blipFill>
          <a:blip r:embed="rId281"/>
          <a:stretch>
            <a:fillRect/>
          </a:stretch>
        </p:blipFill>
        <p:spPr>
          <a:xfrm>
            <a:off x="6338237" y="2290984"/>
            <a:ext cx="141214" cy="166134"/>
          </a:xfrm>
          <a:prstGeom prst="rect">
            <a:avLst/>
          </a:prstGeom>
        </p:spPr>
      </p:pic>
      <p:pic>
        <p:nvPicPr>
          <p:cNvPr id="288" name="Image 284" descr="preencoded.png"/>
          <p:cNvPicPr>
            <a:picLocks noChangeAspect="1"/>
          </p:cNvPicPr>
          <p:nvPr/>
        </p:nvPicPr>
        <p:blipFill>
          <a:blip r:embed="rId282"/>
          <a:stretch>
            <a:fillRect/>
          </a:stretch>
        </p:blipFill>
        <p:spPr>
          <a:xfrm>
            <a:off x="6118276" y="2473565"/>
            <a:ext cx="83067" cy="132907"/>
          </a:xfrm>
          <a:prstGeom prst="rect">
            <a:avLst/>
          </a:prstGeom>
        </p:spPr>
      </p:pic>
      <p:pic>
        <p:nvPicPr>
          <p:cNvPr id="289" name="Image 285" descr="preencoded.png"/>
          <p:cNvPicPr>
            <a:picLocks noChangeAspect="1"/>
          </p:cNvPicPr>
          <p:nvPr/>
        </p:nvPicPr>
        <p:blipFill>
          <a:blip r:embed="rId283"/>
          <a:stretch>
            <a:fillRect/>
          </a:stretch>
        </p:blipFill>
        <p:spPr>
          <a:xfrm>
            <a:off x="6367310" y="2208119"/>
            <a:ext cx="116293" cy="132907"/>
          </a:xfrm>
          <a:prstGeom prst="rect">
            <a:avLst/>
          </a:prstGeom>
        </p:spPr>
      </p:pic>
      <p:pic>
        <p:nvPicPr>
          <p:cNvPr id="290" name="Image 286" descr="preencoded.png"/>
          <p:cNvPicPr>
            <a:picLocks noChangeAspect="1"/>
          </p:cNvPicPr>
          <p:nvPr/>
        </p:nvPicPr>
        <p:blipFill>
          <a:blip r:embed="rId284"/>
          <a:stretch>
            <a:fillRect/>
          </a:stretch>
        </p:blipFill>
        <p:spPr>
          <a:xfrm>
            <a:off x="6099586" y="2158576"/>
            <a:ext cx="107987" cy="66453"/>
          </a:xfrm>
          <a:prstGeom prst="rect">
            <a:avLst/>
          </a:prstGeom>
        </p:spPr>
      </p:pic>
      <p:pic>
        <p:nvPicPr>
          <p:cNvPr id="291" name="Image 287" descr="preencoded.png"/>
          <p:cNvPicPr>
            <a:picLocks noChangeAspect="1"/>
          </p:cNvPicPr>
          <p:nvPr/>
        </p:nvPicPr>
        <p:blipFill>
          <a:blip r:embed="rId285"/>
          <a:stretch>
            <a:fillRect/>
          </a:stretch>
        </p:blipFill>
        <p:spPr>
          <a:xfrm>
            <a:off x="6074435" y="2158409"/>
            <a:ext cx="290734" cy="141214"/>
          </a:xfrm>
          <a:prstGeom prst="rect">
            <a:avLst/>
          </a:prstGeom>
        </p:spPr>
      </p:pic>
      <p:pic>
        <p:nvPicPr>
          <p:cNvPr id="292" name="Image 288" descr="preencoded.png"/>
          <p:cNvPicPr>
            <a:picLocks noChangeAspect="1"/>
          </p:cNvPicPr>
          <p:nvPr/>
        </p:nvPicPr>
        <p:blipFill>
          <a:blip r:embed="rId286"/>
          <a:stretch>
            <a:fillRect/>
          </a:stretch>
        </p:blipFill>
        <p:spPr>
          <a:xfrm>
            <a:off x="6022167" y="2177016"/>
            <a:ext cx="116293" cy="149520"/>
          </a:xfrm>
          <a:prstGeom prst="rect">
            <a:avLst/>
          </a:prstGeom>
        </p:spPr>
      </p:pic>
      <p:pic>
        <p:nvPicPr>
          <p:cNvPr id="293" name="Image 289" descr="preencoded.png"/>
          <p:cNvPicPr>
            <a:picLocks noChangeAspect="1"/>
          </p:cNvPicPr>
          <p:nvPr/>
        </p:nvPicPr>
        <p:blipFill>
          <a:blip r:embed="rId287"/>
          <a:stretch>
            <a:fillRect/>
          </a:stretch>
        </p:blipFill>
        <p:spPr>
          <a:xfrm>
            <a:off x="6022500" y="2446984"/>
            <a:ext cx="141214" cy="41534"/>
          </a:xfrm>
          <a:prstGeom prst="rect">
            <a:avLst/>
          </a:prstGeom>
        </p:spPr>
      </p:pic>
      <p:pic>
        <p:nvPicPr>
          <p:cNvPr id="294" name="Image 290" descr="preencoded.png"/>
          <p:cNvPicPr>
            <a:picLocks noChangeAspect="1"/>
          </p:cNvPicPr>
          <p:nvPr/>
        </p:nvPicPr>
        <p:blipFill>
          <a:blip r:embed="rId288"/>
          <a:stretch>
            <a:fillRect/>
          </a:stretch>
        </p:blipFill>
        <p:spPr>
          <a:xfrm>
            <a:off x="6099586" y="2158409"/>
            <a:ext cx="323961" cy="16614"/>
          </a:xfrm>
          <a:prstGeom prst="rect">
            <a:avLst/>
          </a:prstGeom>
        </p:spPr>
      </p:pic>
      <p:pic>
        <p:nvPicPr>
          <p:cNvPr id="295" name="Image 291" descr="preencoded.png"/>
          <p:cNvPicPr>
            <a:picLocks noChangeAspect="1"/>
          </p:cNvPicPr>
          <p:nvPr/>
        </p:nvPicPr>
        <p:blipFill>
          <a:blip r:embed="rId289"/>
          <a:stretch>
            <a:fillRect/>
          </a:stretch>
        </p:blipFill>
        <p:spPr>
          <a:xfrm>
            <a:off x="6039528" y="2159157"/>
            <a:ext cx="74760" cy="16614"/>
          </a:xfrm>
          <a:prstGeom prst="rect">
            <a:avLst/>
          </a:prstGeom>
        </p:spPr>
      </p:pic>
      <p:pic>
        <p:nvPicPr>
          <p:cNvPr id="296" name="Image 292" descr="preencoded.png"/>
          <p:cNvPicPr>
            <a:picLocks noChangeAspect="1"/>
          </p:cNvPicPr>
          <p:nvPr/>
        </p:nvPicPr>
        <p:blipFill>
          <a:blip r:embed="rId290"/>
          <a:stretch>
            <a:fillRect/>
          </a:stretch>
        </p:blipFill>
        <p:spPr>
          <a:xfrm>
            <a:off x="6125171" y="2271131"/>
            <a:ext cx="49840" cy="191054"/>
          </a:xfrm>
          <a:prstGeom prst="rect">
            <a:avLst/>
          </a:prstGeom>
        </p:spPr>
      </p:pic>
      <p:pic>
        <p:nvPicPr>
          <p:cNvPr id="297" name="Image 293" descr="preencoded.png"/>
          <p:cNvPicPr>
            <a:picLocks noChangeAspect="1"/>
          </p:cNvPicPr>
          <p:nvPr/>
        </p:nvPicPr>
        <p:blipFill>
          <a:blip r:embed="rId291"/>
          <a:stretch>
            <a:fillRect/>
          </a:stretch>
        </p:blipFill>
        <p:spPr>
          <a:xfrm>
            <a:off x="6021420" y="2395316"/>
            <a:ext cx="149520" cy="66453"/>
          </a:xfrm>
          <a:prstGeom prst="rect">
            <a:avLst/>
          </a:prstGeom>
        </p:spPr>
      </p:pic>
      <p:pic>
        <p:nvPicPr>
          <p:cNvPr id="298" name="Image 294" descr="preencoded.png"/>
          <p:cNvPicPr>
            <a:picLocks noChangeAspect="1"/>
          </p:cNvPicPr>
          <p:nvPr/>
        </p:nvPicPr>
        <p:blipFill>
          <a:blip r:embed="rId292"/>
          <a:stretch>
            <a:fillRect/>
          </a:stretch>
        </p:blipFill>
        <p:spPr>
          <a:xfrm>
            <a:off x="6323617" y="2301035"/>
            <a:ext cx="107987" cy="299041"/>
          </a:xfrm>
          <a:prstGeom prst="rect">
            <a:avLst/>
          </a:prstGeom>
        </p:spPr>
      </p:pic>
      <p:pic>
        <p:nvPicPr>
          <p:cNvPr id="299" name="Image 295" descr="preencoded.png"/>
          <p:cNvPicPr>
            <a:picLocks noChangeAspect="1"/>
          </p:cNvPicPr>
          <p:nvPr/>
        </p:nvPicPr>
        <p:blipFill>
          <a:blip r:embed="rId293"/>
          <a:stretch>
            <a:fillRect/>
          </a:stretch>
        </p:blipFill>
        <p:spPr>
          <a:xfrm>
            <a:off x="6142448" y="2439591"/>
            <a:ext cx="49840" cy="49840"/>
          </a:xfrm>
          <a:prstGeom prst="rect">
            <a:avLst/>
          </a:prstGeom>
        </p:spPr>
      </p:pic>
      <p:pic>
        <p:nvPicPr>
          <p:cNvPr id="300" name="Image 296" descr="preencoded.png"/>
          <p:cNvPicPr>
            <a:picLocks noChangeAspect="1"/>
          </p:cNvPicPr>
          <p:nvPr/>
        </p:nvPicPr>
        <p:blipFill>
          <a:blip r:embed="rId294"/>
          <a:stretch>
            <a:fillRect/>
          </a:stretch>
        </p:blipFill>
        <p:spPr>
          <a:xfrm>
            <a:off x="6080034" y="2470326"/>
            <a:ext cx="83067" cy="74760"/>
          </a:xfrm>
          <a:prstGeom prst="rect">
            <a:avLst/>
          </a:prstGeom>
        </p:spPr>
      </p:pic>
      <p:pic>
        <p:nvPicPr>
          <p:cNvPr id="301" name="Image 297" descr="preencoded.png"/>
          <p:cNvPicPr>
            <a:picLocks noChangeAspect="1"/>
          </p:cNvPicPr>
          <p:nvPr/>
        </p:nvPicPr>
        <p:blipFill>
          <a:blip r:embed="rId295"/>
          <a:stretch>
            <a:fillRect/>
          </a:stretch>
        </p:blipFill>
        <p:spPr>
          <a:xfrm>
            <a:off x="6310990" y="2261993"/>
            <a:ext cx="74760" cy="66453"/>
          </a:xfrm>
          <a:prstGeom prst="rect">
            <a:avLst/>
          </a:prstGeom>
        </p:spPr>
      </p:pic>
      <p:pic>
        <p:nvPicPr>
          <p:cNvPr id="302" name="Image 298" descr="preencoded.png"/>
          <p:cNvPicPr>
            <a:picLocks noChangeAspect="1"/>
          </p:cNvPicPr>
          <p:nvPr/>
        </p:nvPicPr>
        <p:blipFill>
          <a:blip r:embed="rId296"/>
          <a:stretch>
            <a:fillRect/>
          </a:stretch>
        </p:blipFill>
        <p:spPr>
          <a:xfrm>
            <a:off x="6158148" y="2454210"/>
            <a:ext cx="215974" cy="91373"/>
          </a:xfrm>
          <a:prstGeom prst="rect">
            <a:avLst/>
          </a:prstGeom>
        </p:spPr>
      </p:pic>
      <p:pic>
        <p:nvPicPr>
          <p:cNvPr id="303" name="Image 299" descr="preencoded.png"/>
          <p:cNvPicPr>
            <a:picLocks noChangeAspect="1"/>
          </p:cNvPicPr>
          <p:nvPr/>
        </p:nvPicPr>
        <p:blipFill>
          <a:blip r:embed="rId297"/>
          <a:stretch>
            <a:fillRect/>
          </a:stretch>
        </p:blipFill>
        <p:spPr>
          <a:xfrm>
            <a:off x="6348953" y="2158492"/>
            <a:ext cx="41534" cy="124601"/>
          </a:xfrm>
          <a:prstGeom prst="rect">
            <a:avLst/>
          </a:prstGeom>
        </p:spPr>
      </p:pic>
      <p:pic>
        <p:nvPicPr>
          <p:cNvPr id="304" name="Image 300" descr="preencoded.png"/>
          <p:cNvPicPr>
            <a:picLocks noChangeAspect="1"/>
          </p:cNvPicPr>
          <p:nvPr/>
        </p:nvPicPr>
        <p:blipFill>
          <a:blip r:embed="rId298"/>
          <a:stretch>
            <a:fillRect/>
          </a:stretch>
        </p:blipFill>
        <p:spPr>
          <a:xfrm>
            <a:off x="6156071" y="2221757"/>
            <a:ext cx="191054" cy="91373"/>
          </a:xfrm>
          <a:prstGeom prst="rect">
            <a:avLst/>
          </a:prstGeom>
        </p:spPr>
      </p:pic>
      <p:pic>
        <p:nvPicPr>
          <p:cNvPr id="305" name="Image 301" descr="preencoded.png"/>
          <p:cNvPicPr>
            <a:picLocks noChangeAspect="1"/>
          </p:cNvPicPr>
          <p:nvPr/>
        </p:nvPicPr>
        <p:blipFill>
          <a:blip r:embed="rId299"/>
          <a:stretch>
            <a:fillRect/>
          </a:stretch>
        </p:blipFill>
        <p:spPr>
          <a:xfrm>
            <a:off x="6156237" y="2294639"/>
            <a:ext cx="33227" cy="24920"/>
          </a:xfrm>
          <a:prstGeom prst="rect">
            <a:avLst/>
          </a:prstGeom>
        </p:spPr>
      </p:pic>
      <p:pic>
        <p:nvPicPr>
          <p:cNvPr id="306" name="Image 302" descr="preencoded.png"/>
          <p:cNvPicPr>
            <a:picLocks noChangeAspect="1"/>
          </p:cNvPicPr>
          <p:nvPr/>
        </p:nvPicPr>
        <p:blipFill>
          <a:blip r:embed="rId300"/>
          <a:stretch>
            <a:fillRect/>
          </a:stretch>
        </p:blipFill>
        <p:spPr>
          <a:xfrm>
            <a:off x="6162218" y="2431727"/>
            <a:ext cx="182747" cy="83067"/>
          </a:xfrm>
          <a:prstGeom prst="rect">
            <a:avLst/>
          </a:prstGeom>
        </p:spPr>
      </p:pic>
      <p:pic>
        <p:nvPicPr>
          <p:cNvPr id="307" name="Image 303" descr="preencoded.png"/>
          <p:cNvPicPr>
            <a:picLocks noChangeAspect="1"/>
          </p:cNvPicPr>
          <p:nvPr/>
        </p:nvPicPr>
        <p:blipFill>
          <a:blip r:embed="rId301"/>
          <a:stretch>
            <a:fillRect/>
          </a:stretch>
        </p:blipFill>
        <p:spPr>
          <a:xfrm>
            <a:off x="6170857" y="2264981"/>
            <a:ext cx="166134" cy="58147"/>
          </a:xfrm>
          <a:prstGeom prst="rect">
            <a:avLst/>
          </a:prstGeom>
        </p:spPr>
      </p:pic>
      <p:pic>
        <p:nvPicPr>
          <p:cNvPr id="308" name="Image 304" descr="preencoded.png"/>
          <p:cNvPicPr>
            <a:picLocks noChangeAspect="1"/>
          </p:cNvPicPr>
          <p:nvPr/>
        </p:nvPicPr>
        <p:blipFill>
          <a:blip r:embed="rId302"/>
          <a:stretch>
            <a:fillRect/>
          </a:stretch>
        </p:blipFill>
        <p:spPr>
          <a:xfrm>
            <a:off x="6153036" y="2306269"/>
            <a:ext cx="199360" cy="174440"/>
          </a:xfrm>
          <a:prstGeom prst="rect">
            <a:avLst/>
          </a:prstGeom>
        </p:spPr>
      </p:pic>
      <p:pic>
        <p:nvPicPr>
          <p:cNvPr id="309" name="Image 305" descr="preencoded.png"/>
          <p:cNvPicPr>
            <a:picLocks noChangeAspect="1"/>
          </p:cNvPicPr>
          <p:nvPr/>
        </p:nvPicPr>
        <p:blipFill>
          <a:blip r:embed="rId303"/>
          <a:stretch>
            <a:fillRect/>
          </a:stretch>
        </p:blipFill>
        <p:spPr>
          <a:xfrm>
            <a:off x="7721542" y="2149023"/>
            <a:ext cx="107987" cy="116293"/>
          </a:xfrm>
          <a:prstGeom prst="rect">
            <a:avLst/>
          </a:prstGeom>
        </p:spPr>
      </p:pic>
      <p:pic>
        <p:nvPicPr>
          <p:cNvPr id="310" name="Image 306" descr="preencoded.png"/>
          <p:cNvPicPr>
            <a:picLocks noChangeAspect="1"/>
          </p:cNvPicPr>
          <p:nvPr/>
        </p:nvPicPr>
        <p:blipFill>
          <a:blip r:embed="rId304"/>
          <a:stretch>
            <a:fillRect/>
          </a:stretch>
        </p:blipFill>
        <p:spPr>
          <a:xfrm>
            <a:off x="6241630" y="3538964"/>
            <a:ext cx="232587" cy="240894"/>
          </a:xfrm>
          <a:prstGeom prst="rect">
            <a:avLst/>
          </a:prstGeom>
        </p:spPr>
      </p:pic>
      <p:pic>
        <p:nvPicPr>
          <p:cNvPr id="311" name="Image 307" descr="preencoded.png"/>
          <p:cNvPicPr>
            <a:picLocks noChangeAspect="1"/>
          </p:cNvPicPr>
          <p:nvPr/>
        </p:nvPicPr>
        <p:blipFill>
          <a:blip r:embed="rId305"/>
          <a:stretch>
            <a:fillRect/>
          </a:stretch>
        </p:blipFill>
        <p:spPr>
          <a:xfrm>
            <a:off x="6241630" y="3554929"/>
            <a:ext cx="16614" cy="24920"/>
          </a:xfrm>
          <a:prstGeom prst="rect">
            <a:avLst/>
          </a:prstGeom>
        </p:spPr>
      </p:pic>
      <p:pic>
        <p:nvPicPr>
          <p:cNvPr id="312" name="Image 308" descr="preencoded.png"/>
          <p:cNvPicPr>
            <a:picLocks noChangeAspect="1"/>
          </p:cNvPicPr>
          <p:nvPr/>
        </p:nvPicPr>
        <p:blipFill>
          <a:blip r:embed="rId306"/>
          <a:stretch>
            <a:fillRect/>
          </a:stretch>
        </p:blipFill>
        <p:spPr>
          <a:xfrm>
            <a:off x="6043197" y="3562322"/>
            <a:ext cx="423641" cy="431948"/>
          </a:xfrm>
          <a:prstGeom prst="rect">
            <a:avLst/>
          </a:prstGeom>
        </p:spPr>
      </p:pic>
      <p:pic>
        <p:nvPicPr>
          <p:cNvPr id="313" name="Image 309" descr="preencoded.png"/>
          <p:cNvPicPr>
            <a:picLocks noChangeAspect="1"/>
          </p:cNvPicPr>
          <p:nvPr/>
        </p:nvPicPr>
        <p:blipFill>
          <a:blip r:embed="rId307"/>
          <a:stretch>
            <a:fillRect/>
          </a:stretch>
        </p:blipFill>
        <p:spPr>
          <a:xfrm>
            <a:off x="4110633" y="3493460"/>
            <a:ext cx="132907" cy="124601"/>
          </a:xfrm>
          <a:prstGeom prst="rect">
            <a:avLst/>
          </a:prstGeom>
        </p:spPr>
      </p:pic>
      <p:pic>
        <p:nvPicPr>
          <p:cNvPr id="314" name="Image 310" descr="preencoded.png"/>
          <p:cNvPicPr>
            <a:picLocks noChangeAspect="1"/>
          </p:cNvPicPr>
          <p:nvPr/>
        </p:nvPicPr>
        <p:blipFill>
          <a:blip r:embed="rId308"/>
          <a:stretch>
            <a:fillRect/>
          </a:stretch>
        </p:blipFill>
        <p:spPr>
          <a:xfrm>
            <a:off x="11315769" y="3905472"/>
            <a:ext cx="99681" cy="99681"/>
          </a:xfrm>
          <a:prstGeom prst="rect">
            <a:avLst/>
          </a:prstGeom>
        </p:spPr>
      </p:pic>
      <p:pic>
        <p:nvPicPr>
          <p:cNvPr id="315" name="Image 311" descr="preencoded.png"/>
          <p:cNvPicPr>
            <a:picLocks noChangeAspect="1"/>
          </p:cNvPicPr>
          <p:nvPr/>
        </p:nvPicPr>
        <p:blipFill>
          <a:blip r:embed="rId309"/>
          <a:stretch>
            <a:fillRect/>
          </a:stretch>
        </p:blipFill>
        <p:spPr>
          <a:xfrm>
            <a:off x="9077200" y="4140135"/>
            <a:ext cx="1221082" cy="24920"/>
          </a:xfrm>
          <a:prstGeom prst="rect">
            <a:avLst/>
          </a:prstGeom>
        </p:spPr>
      </p:pic>
      <p:pic>
        <p:nvPicPr>
          <p:cNvPr id="316" name="Image 312" descr="preencoded.png"/>
          <p:cNvPicPr>
            <a:picLocks noChangeAspect="1"/>
          </p:cNvPicPr>
          <p:nvPr/>
        </p:nvPicPr>
        <p:blipFill>
          <a:blip r:embed="rId310"/>
          <a:stretch>
            <a:fillRect/>
          </a:stretch>
        </p:blipFill>
        <p:spPr>
          <a:xfrm>
            <a:off x="6187309" y="5427511"/>
            <a:ext cx="33227" cy="24920"/>
          </a:xfrm>
          <a:prstGeom prst="rect">
            <a:avLst/>
          </a:prstGeom>
        </p:spPr>
      </p:pic>
      <p:pic>
        <p:nvPicPr>
          <p:cNvPr id="317" name="Image 313" descr="preencoded.png"/>
          <p:cNvPicPr>
            <a:picLocks noChangeAspect="1"/>
          </p:cNvPicPr>
          <p:nvPr/>
        </p:nvPicPr>
        <p:blipFill>
          <a:blip r:embed="rId311"/>
          <a:stretch>
            <a:fillRect/>
          </a:stretch>
        </p:blipFill>
        <p:spPr>
          <a:xfrm>
            <a:off x="6763954" y="5048630"/>
            <a:ext cx="265814" cy="299041"/>
          </a:xfrm>
          <a:prstGeom prst="rect">
            <a:avLst/>
          </a:prstGeom>
        </p:spPr>
      </p:pic>
      <p:pic>
        <p:nvPicPr>
          <p:cNvPr id="318" name="Image 314" descr="preencoded.png"/>
          <p:cNvPicPr>
            <a:picLocks noChangeAspect="1"/>
          </p:cNvPicPr>
          <p:nvPr/>
        </p:nvPicPr>
        <p:blipFill>
          <a:blip r:embed="rId312"/>
          <a:stretch>
            <a:fillRect/>
          </a:stretch>
        </p:blipFill>
        <p:spPr>
          <a:xfrm>
            <a:off x="6773840" y="5175730"/>
            <a:ext cx="191054" cy="174440"/>
          </a:xfrm>
          <a:prstGeom prst="rect">
            <a:avLst/>
          </a:prstGeom>
        </p:spPr>
      </p:pic>
      <p:pic>
        <p:nvPicPr>
          <p:cNvPr id="319" name="Image 315" descr="preencoded.png"/>
          <p:cNvPicPr>
            <a:picLocks noChangeAspect="1"/>
          </p:cNvPicPr>
          <p:nvPr/>
        </p:nvPicPr>
        <p:blipFill>
          <a:blip r:embed="rId313"/>
          <a:stretch>
            <a:fillRect/>
          </a:stretch>
        </p:blipFill>
        <p:spPr>
          <a:xfrm>
            <a:off x="9079391" y="1799348"/>
            <a:ext cx="1221082" cy="282427"/>
          </a:xfrm>
          <a:prstGeom prst="rect">
            <a:avLst/>
          </a:prstGeom>
        </p:spPr>
      </p:pic>
      <p:pic>
        <p:nvPicPr>
          <p:cNvPr id="320" name="Image 316" descr="preencoded.png"/>
          <p:cNvPicPr>
            <a:picLocks noChangeAspect="1"/>
          </p:cNvPicPr>
          <p:nvPr/>
        </p:nvPicPr>
        <p:blipFill>
          <a:blip r:embed="rId314"/>
          <a:stretch>
            <a:fillRect/>
          </a:stretch>
        </p:blipFill>
        <p:spPr>
          <a:xfrm>
            <a:off x="3238097" y="1802881"/>
            <a:ext cx="257507" cy="299041"/>
          </a:xfrm>
          <a:prstGeom prst="rect">
            <a:avLst/>
          </a:prstGeom>
        </p:spPr>
      </p:pic>
      <p:pic>
        <p:nvPicPr>
          <p:cNvPr id="321" name="Image 317" descr="preencoded.png"/>
          <p:cNvPicPr>
            <a:picLocks noChangeAspect="1"/>
          </p:cNvPicPr>
          <p:nvPr/>
        </p:nvPicPr>
        <p:blipFill>
          <a:blip r:embed="rId315"/>
          <a:stretch>
            <a:fillRect/>
          </a:stretch>
        </p:blipFill>
        <p:spPr>
          <a:xfrm>
            <a:off x="2791337" y="1849339"/>
            <a:ext cx="99681" cy="107987"/>
          </a:xfrm>
          <a:prstGeom prst="rect">
            <a:avLst/>
          </a:prstGeom>
        </p:spPr>
      </p:pic>
      <p:pic>
        <p:nvPicPr>
          <p:cNvPr id="322" name="Image 318" descr="preencoded.png"/>
          <p:cNvPicPr>
            <a:picLocks noChangeAspect="1"/>
          </p:cNvPicPr>
          <p:nvPr/>
        </p:nvPicPr>
        <p:blipFill>
          <a:blip r:embed="rId316"/>
          <a:stretch>
            <a:fillRect/>
          </a:stretch>
        </p:blipFill>
        <p:spPr>
          <a:xfrm>
            <a:off x="839391" y="1897746"/>
            <a:ext cx="116293" cy="157827"/>
          </a:xfrm>
          <a:prstGeom prst="rect">
            <a:avLst/>
          </a:prstGeom>
        </p:spPr>
      </p:pic>
      <p:pic>
        <p:nvPicPr>
          <p:cNvPr id="323" name="Image 319" descr="preencoded.png"/>
          <p:cNvPicPr>
            <a:picLocks noChangeAspect="1"/>
          </p:cNvPicPr>
          <p:nvPr/>
        </p:nvPicPr>
        <p:blipFill>
          <a:blip r:embed="rId317"/>
          <a:stretch>
            <a:fillRect/>
          </a:stretch>
        </p:blipFill>
        <p:spPr>
          <a:xfrm>
            <a:off x="2681302" y="2032068"/>
            <a:ext cx="307347" cy="141214"/>
          </a:xfrm>
          <a:prstGeom prst="rect">
            <a:avLst/>
          </a:prstGeom>
        </p:spPr>
      </p:pic>
      <p:pic>
        <p:nvPicPr>
          <p:cNvPr id="324" name="Image 320" descr="preencoded.png"/>
          <p:cNvPicPr>
            <a:picLocks noChangeAspect="1"/>
          </p:cNvPicPr>
          <p:nvPr/>
        </p:nvPicPr>
        <p:blipFill>
          <a:blip r:embed="rId318"/>
          <a:stretch>
            <a:fillRect/>
          </a:stretch>
        </p:blipFill>
        <p:spPr>
          <a:xfrm>
            <a:off x="9079116" y="2069444"/>
            <a:ext cx="1221082" cy="722681"/>
          </a:xfrm>
          <a:prstGeom prst="rect">
            <a:avLst/>
          </a:prstGeom>
        </p:spPr>
      </p:pic>
      <p:pic>
        <p:nvPicPr>
          <p:cNvPr id="325" name="Image 321" descr="preencoded.png"/>
          <p:cNvPicPr>
            <a:picLocks noChangeAspect="1"/>
          </p:cNvPicPr>
          <p:nvPr/>
        </p:nvPicPr>
        <p:blipFill>
          <a:blip r:embed="rId319"/>
          <a:stretch>
            <a:fillRect/>
          </a:stretch>
        </p:blipFill>
        <p:spPr>
          <a:xfrm>
            <a:off x="2885721" y="2082902"/>
            <a:ext cx="124601" cy="83067"/>
          </a:xfrm>
          <a:prstGeom prst="rect">
            <a:avLst/>
          </a:prstGeom>
        </p:spPr>
      </p:pic>
      <p:pic>
        <p:nvPicPr>
          <p:cNvPr id="326" name="Image 322" descr="preencoded.png"/>
          <p:cNvPicPr>
            <a:picLocks noChangeAspect="1"/>
          </p:cNvPicPr>
          <p:nvPr/>
        </p:nvPicPr>
        <p:blipFill>
          <a:blip r:embed="rId320"/>
          <a:stretch>
            <a:fillRect/>
          </a:stretch>
        </p:blipFill>
        <p:spPr>
          <a:xfrm>
            <a:off x="3297906" y="2102256"/>
            <a:ext cx="141214" cy="33227"/>
          </a:xfrm>
          <a:prstGeom prst="rect">
            <a:avLst/>
          </a:prstGeom>
        </p:spPr>
      </p:pic>
      <p:pic>
        <p:nvPicPr>
          <p:cNvPr id="327" name="Image 323" descr="preencoded.png"/>
          <p:cNvPicPr>
            <a:picLocks noChangeAspect="1"/>
          </p:cNvPicPr>
          <p:nvPr/>
        </p:nvPicPr>
        <p:blipFill>
          <a:blip r:embed="rId321"/>
          <a:stretch>
            <a:fillRect/>
          </a:stretch>
        </p:blipFill>
        <p:spPr>
          <a:xfrm>
            <a:off x="2671335" y="2114052"/>
            <a:ext cx="215974" cy="58147"/>
          </a:xfrm>
          <a:prstGeom prst="rect">
            <a:avLst/>
          </a:prstGeom>
        </p:spPr>
      </p:pic>
      <p:pic>
        <p:nvPicPr>
          <p:cNvPr id="328" name="Image 324" descr="preencoded.png"/>
          <p:cNvPicPr>
            <a:picLocks noChangeAspect="1"/>
          </p:cNvPicPr>
          <p:nvPr/>
        </p:nvPicPr>
        <p:blipFill>
          <a:blip r:embed="rId322"/>
          <a:stretch>
            <a:fillRect/>
          </a:stretch>
        </p:blipFill>
        <p:spPr>
          <a:xfrm>
            <a:off x="7536061" y="2151098"/>
            <a:ext cx="290734" cy="398721"/>
          </a:xfrm>
          <a:prstGeom prst="rect">
            <a:avLst/>
          </a:prstGeom>
        </p:spPr>
      </p:pic>
      <p:pic>
        <p:nvPicPr>
          <p:cNvPr id="329" name="Image 325" descr="preencoded.png"/>
          <p:cNvPicPr>
            <a:picLocks noChangeAspect="1"/>
          </p:cNvPicPr>
          <p:nvPr/>
        </p:nvPicPr>
        <p:blipFill>
          <a:blip r:embed="rId323"/>
          <a:stretch>
            <a:fillRect/>
          </a:stretch>
        </p:blipFill>
        <p:spPr>
          <a:xfrm>
            <a:off x="6017184" y="2153455"/>
            <a:ext cx="465174" cy="456868"/>
          </a:xfrm>
          <a:prstGeom prst="rect">
            <a:avLst/>
          </a:prstGeom>
        </p:spPr>
      </p:pic>
      <p:pic>
        <p:nvPicPr>
          <p:cNvPr id="330" name="Image 326" descr="preencoded.png"/>
          <p:cNvPicPr>
            <a:picLocks noChangeAspect="1"/>
          </p:cNvPicPr>
          <p:nvPr/>
        </p:nvPicPr>
        <p:blipFill>
          <a:blip r:embed="rId324"/>
          <a:stretch>
            <a:fillRect/>
          </a:stretch>
        </p:blipFill>
        <p:spPr>
          <a:xfrm>
            <a:off x="7725695" y="2153176"/>
            <a:ext cx="99681" cy="107987"/>
          </a:xfrm>
          <a:prstGeom prst="rect">
            <a:avLst/>
          </a:prstGeom>
        </p:spPr>
      </p:pic>
      <p:pic>
        <p:nvPicPr>
          <p:cNvPr id="331" name="Image 327" descr="preencoded.png"/>
          <p:cNvPicPr>
            <a:picLocks noChangeAspect="1"/>
          </p:cNvPicPr>
          <p:nvPr/>
        </p:nvPicPr>
        <p:blipFill>
          <a:blip r:embed="rId325"/>
          <a:stretch>
            <a:fillRect/>
          </a:stretch>
        </p:blipFill>
        <p:spPr>
          <a:xfrm>
            <a:off x="6028668" y="2154734"/>
            <a:ext cx="456868" cy="16614"/>
          </a:xfrm>
          <a:prstGeom prst="rect">
            <a:avLst/>
          </a:prstGeom>
        </p:spPr>
      </p:pic>
      <p:pic>
        <p:nvPicPr>
          <p:cNvPr id="332" name="Image 328" descr="preencoded.png"/>
          <p:cNvPicPr>
            <a:picLocks noChangeAspect="1"/>
          </p:cNvPicPr>
          <p:nvPr/>
        </p:nvPicPr>
        <p:blipFill>
          <a:blip r:embed="rId326"/>
          <a:stretch>
            <a:fillRect/>
          </a:stretch>
        </p:blipFill>
        <p:spPr>
          <a:xfrm>
            <a:off x="6601974" y="2158819"/>
            <a:ext cx="548241" cy="448561"/>
          </a:xfrm>
          <a:prstGeom prst="rect">
            <a:avLst/>
          </a:prstGeom>
        </p:spPr>
      </p:pic>
      <p:pic>
        <p:nvPicPr>
          <p:cNvPr id="333" name="Image 329" descr="preencoded.png"/>
          <p:cNvPicPr>
            <a:picLocks noChangeAspect="1"/>
          </p:cNvPicPr>
          <p:nvPr/>
        </p:nvPicPr>
        <p:blipFill>
          <a:blip r:embed="rId327"/>
          <a:stretch>
            <a:fillRect/>
          </a:stretch>
        </p:blipFill>
        <p:spPr>
          <a:xfrm>
            <a:off x="7735501" y="2159489"/>
            <a:ext cx="83067" cy="83067"/>
          </a:xfrm>
          <a:prstGeom prst="rect">
            <a:avLst/>
          </a:prstGeom>
        </p:spPr>
      </p:pic>
      <p:pic>
        <p:nvPicPr>
          <p:cNvPr id="334" name="Image 330" descr="preencoded.png"/>
          <p:cNvPicPr>
            <a:picLocks noChangeAspect="1"/>
          </p:cNvPicPr>
          <p:nvPr/>
        </p:nvPicPr>
        <p:blipFill>
          <a:blip r:embed="rId328"/>
          <a:stretch>
            <a:fillRect/>
          </a:stretch>
        </p:blipFill>
        <p:spPr>
          <a:xfrm>
            <a:off x="6024987" y="2162562"/>
            <a:ext cx="448561" cy="174440"/>
          </a:xfrm>
          <a:prstGeom prst="rect">
            <a:avLst/>
          </a:prstGeom>
        </p:spPr>
      </p:pic>
      <p:pic>
        <p:nvPicPr>
          <p:cNvPr id="335" name="Image 331" descr="preencoded.png"/>
          <p:cNvPicPr>
            <a:picLocks noChangeAspect="1"/>
          </p:cNvPicPr>
          <p:nvPr/>
        </p:nvPicPr>
        <p:blipFill>
          <a:blip r:embed="rId329"/>
          <a:stretch>
            <a:fillRect/>
          </a:stretch>
        </p:blipFill>
        <p:spPr>
          <a:xfrm>
            <a:off x="6658312" y="2170051"/>
            <a:ext cx="431948" cy="232587"/>
          </a:xfrm>
          <a:prstGeom prst="rect">
            <a:avLst/>
          </a:prstGeom>
        </p:spPr>
      </p:pic>
      <p:pic>
        <p:nvPicPr>
          <p:cNvPr id="336" name="Image 332" descr="preencoded.png"/>
          <p:cNvPicPr>
            <a:picLocks noChangeAspect="1"/>
          </p:cNvPicPr>
          <p:nvPr/>
        </p:nvPicPr>
        <p:blipFill>
          <a:blip r:embed="rId330"/>
          <a:stretch>
            <a:fillRect/>
          </a:stretch>
        </p:blipFill>
        <p:spPr>
          <a:xfrm>
            <a:off x="6025573" y="2181170"/>
            <a:ext cx="149520" cy="282427"/>
          </a:xfrm>
          <a:prstGeom prst="rect">
            <a:avLst/>
          </a:prstGeom>
        </p:spPr>
      </p:pic>
      <p:pic>
        <p:nvPicPr>
          <p:cNvPr id="337" name="Image 333" descr="preencoded.png"/>
          <p:cNvPicPr>
            <a:picLocks noChangeAspect="1"/>
          </p:cNvPicPr>
          <p:nvPr/>
        </p:nvPicPr>
        <p:blipFill>
          <a:blip r:embed="rId331"/>
          <a:stretch>
            <a:fillRect/>
          </a:stretch>
        </p:blipFill>
        <p:spPr>
          <a:xfrm>
            <a:off x="3043408" y="2188120"/>
            <a:ext cx="232587" cy="332267"/>
          </a:xfrm>
          <a:prstGeom prst="rect">
            <a:avLst/>
          </a:prstGeom>
        </p:spPr>
      </p:pic>
      <p:pic>
        <p:nvPicPr>
          <p:cNvPr id="338" name="Image 334" descr="preencoded.png"/>
          <p:cNvPicPr>
            <a:picLocks noChangeAspect="1"/>
          </p:cNvPicPr>
          <p:nvPr/>
        </p:nvPicPr>
        <p:blipFill>
          <a:blip r:embed="rId332"/>
          <a:stretch>
            <a:fillRect/>
          </a:stretch>
        </p:blipFill>
        <p:spPr>
          <a:xfrm>
            <a:off x="6078588" y="2203319"/>
            <a:ext cx="348881" cy="116293"/>
          </a:xfrm>
          <a:prstGeom prst="rect">
            <a:avLst/>
          </a:prstGeom>
        </p:spPr>
      </p:pic>
      <p:pic>
        <p:nvPicPr>
          <p:cNvPr id="339" name="Image 335" descr="preencoded.png"/>
          <p:cNvPicPr>
            <a:picLocks noChangeAspect="1"/>
          </p:cNvPicPr>
          <p:nvPr/>
        </p:nvPicPr>
        <p:blipFill>
          <a:blip r:embed="rId333"/>
          <a:stretch>
            <a:fillRect/>
          </a:stretch>
        </p:blipFill>
        <p:spPr>
          <a:xfrm>
            <a:off x="6315144" y="2255432"/>
            <a:ext cx="66453" cy="66453"/>
          </a:xfrm>
          <a:prstGeom prst="rect">
            <a:avLst/>
          </a:prstGeom>
        </p:spPr>
      </p:pic>
      <p:pic>
        <p:nvPicPr>
          <p:cNvPr id="340" name="Image 336" descr="preencoded.png"/>
          <p:cNvPicPr>
            <a:picLocks noChangeAspect="1"/>
          </p:cNvPicPr>
          <p:nvPr/>
        </p:nvPicPr>
        <p:blipFill>
          <a:blip r:embed="rId334"/>
          <a:stretch>
            <a:fillRect/>
          </a:stretch>
        </p:blipFill>
        <p:spPr>
          <a:xfrm>
            <a:off x="7033921" y="2264652"/>
            <a:ext cx="74760" cy="299041"/>
          </a:xfrm>
          <a:prstGeom prst="rect">
            <a:avLst/>
          </a:prstGeom>
        </p:spPr>
      </p:pic>
      <p:pic>
        <p:nvPicPr>
          <p:cNvPr id="341" name="Image 337" descr="preencoded.png"/>
          <p:cNvPicPr>
            <a:picLocks noChangeAspect="1"/>
          </p:cNvPicPr>
          <p:nvPr/>
        </p:nvPicPr>
        <p:blipFill>
          <a:blip r:embed="rId335"/>
          <a:stretch>
            <a:fillRect/>
          </a:stretch>
        </p:blipFill>
        <p:spPr>
          <a:xfrm>
            <a:off x="6136599" y="2266147"/>
            <a:ext cx="340574" cy="332267"/>
          </a:xfrm>
          <a:prstGeom prst="rect">
            <a:avLst/>
          </a:prstGeom>
        </p:spPr>
      </p:pic>
      <p:pic>
        <p:nvPicPr>
          <p:cNvPr id="342" name="Image 338" descr="preencoded.png"/>
          <p:cNvPicPr>
            <a:picLocks noChangeAspect="1"/>
          </p:cNvPicPr>
          <p:nvPr/>
        </p:nvPicPr>
        <p:blipFill>
          <a:blip r:embed="rId336"/>
          <a:stretch>
            <a:fillRect/>
          </a:stretch>
        </p:blipFill>
        <p:spPr>
          <a:xfrm>
            <a:off x="6323119" y="2305189"/>
            <a:ext cx="66453" cy="149520"/>
          </a:xfrm>
          <a:prstGeom prst="rect">
            <a:avLst/>
          </a:prstGeom>
        </p:spPr>
      </p:pic>
      <p:pic>
        <p:nvPicPr>
          <p:cNvPr id="343" name="Image 339" descr="preencoded.png"/>
          <p:cNvPicPr>
            <a:picLocks noChangeAspect="1"/>
          </p:cNvPicPr>
          <p:nvPr/>
        </p:nvPicPr>
        <p:blipFill>
          <a:blip r:embed="rId337"/>
          <a:stretch>
            <a:fillRect/>
          </a:stretch>
        </p:blipFill>
        <p:spPr>
          <a:xfrm>
            <a:off x="6838722" y="2325220"/>
            <a:ext cx="174440" cy="240894"/>
          </a:xfrm>
          <a:prstGeom prst="rect">
            <a:avLst/>
          </a:prstGeom>
        </p:spPr>
      </p:pic>
      <p:pic>
        <p:nvPicPr>
          <p:cNvPr id="344" name="Image 340" descr="preencoded.png"/>
          <p:cNvPicPr>
            <a:picLocks noChangeAspect="1"/>
          </p:cNvPicPr>
          <p:nvPr/>
        </p:nvPicPr>
        <p:blipFill>
          <a:blip r:embed="rId338"/>
          <a:stretch>
            <a:fillRect/>
          </a:stretch>
        </p:blipFill>
        <p:spPr>
          <a:xfrm>
            <a:off x="6025573" y="2399470"/>
            <a:ext cx="141214" cy="83067"/>
          </a:xfrm>
          <a:prstGeom prst="rect">
            <a:avLst/>
          </a:prstGeom>
        </p:spPr>
      </p:pic>
      <p:pic>
        <p:nvPicPr>
          <p:cNvPr id="345" name="Image 341" descr="preencoded.png"/>
          <p:cNvPicPr>
            <a:picLocks noChangeAspect="1"/>
          </p:cNvPicPr>
          <p:nvPr/>
        </p:nvPicPr>
        <p:blipFill>
          <a:blip r:embed="rId339"/>
          <a:stretch>
            <a:fillRect/>
          </a:stretch>
        </p:blipFill>
        <p:spPr>
          <a:xfrm>
            <a:off x="6742191" y="2412511"/>
            <a:ext cx="74760" cy="149520"/>
          </a:xfrm>
          <a:prstGeom prst="rect">
            <a:avLst/>
          </a:prstGeom>
        </p:spPr>
      </p:pic>
      <p:pic>
        <p:nvPicPr>
          <p:cNvPr id="346" name="Image 342" descr="preencoded.png"/>
          <p:cNvPicPr>
            <a:picLocks noChangeAspect="1"/>
          </p:cNvPicPr>
          <p:nvPr/>
        </p:nvPicPr>
        <p:blipFill>
          <a:blip r:embed="rId340"/>
          <a:stretch>
            <a:fillRect/>
          </a:stretch>
        </p:blipFill>
        <p:spPr>
          <a:xfrm>
            <a:off x="6084187" y="2435880"/>
            <a:ext cx="107987" cy="107987"/>
          </a:xfrm>
          <a:prstGeom prst="rect">
            <a:avLst/>
          </a:prstGeom>
        </p:spPr>
      </p:pic>
      <p:pic>
        <p:nvPicPr>
          <p:cNvPr id="347" name="Image 343" descr="preencoded.png"/>
          <p:cNvPicPr>
            <a:picLocks noChangeAspect="1"/>
          </p:cNvPicPr>
          <p:nvPr/>
        </p:nvPicPr>
        <p:blipFill>
          <a:blip r:embed="rId341"/>
          <a:stretch>
            <a:fillRect/>
          </a:stretch>
        </p:blipFill>
        <p:spPr>
          <a:xfrm>
            <a:off x="6024422" y="2437774"/>
            <a:ext cx="398721" cy="157827"/>
          </a:xfrm>
          <a:prstGeom prst="rect">
            <a:avLst/>
          </a:prstGeom>
        </p:spPr>
      </p:pic>
      <p:pic>
        <p:nvPicPr>
          <p:cNvPr id="348" name="Image 344" descr="preencoded.png"/>
          <p:cNvPicPr>
            <a:picLocks noChangeAspect="1"/>
          </p:cNvPicPr>
          <p:nvPr/>
        </p:nvPicPr>
        <p:blipFill>
          <a:blip r:embed="rId342"/>
          <a:stretch>
            <a:fillRect/>
          </a:stretch>
        </p:blipFill>
        <p:spPr>
          <a:xfrm>
            <a:off x="6645471" y="2466941"/>
            <a:ext cx="74760" cy="99681"/>
          </a:xfrm>
          <a:prstGeom prst="rect">
            <a:avLst/>
          </a:prstGeom>
        </p:spPr>
      </p:pic>
      <p:pic>
        <p:nvPicPr>
          <p:cNvPr id="349" name="Image 345" descr="preencoded.png"/>
          <p:cNvPicPr>
            <a:picLocks noChangeAspect="1"/>
          </p:cNvPicPr>
          <p:nvPr/>
        </p:nvPicPr>
        <p:blipFill>
          <a:blip r:embed="rId343"/>
          <a:stretch>
            <a:fillRect/>
          </a:stretch>
        </p:blipFill>
        <p:spPr>
          <a:xfrm>
            <a:off x="6024327" y="2477719"/>
            <a:ext cx="174440" cy="124601"/>
          </a:xfrm>
          <a:prstGeom prst="rect">
            <a:avLst/>
          </a:prstGeom>
        </p:spPr>
      </p:pic>
      <p:pic>
        <p:nvPicPr>
          <p:cNvPr id="350" name="Image 346" descr="preencoded.png"/>
          <p:cNvPicPr>
            <a:picLocks noChangeAspect="1"/>
          </p:cNvPicPr>
          <p:nvPr/>
        </p:nvPicPr>
        <p:blipFill>
          <a:blip r:embed="rId344"/>
          <a:stretch>
            <a:fillRect/>
          </a:stretch>
        </p:blipFill>
        <p:spPr>
          <a:xfrm>
            <a:off x="823345" y="2655482"/>
            <a:ext cx="141214" cy="141214"/>
          </a:xfrm>
          <a:prstGeom prst="rect">
            <a:avLst/>
          </a:prstGeom>
        </p:spPr>
      </p:pic>
      <p:pic>
        <p:nvPicPr>
          <p:cNvPr id="351" name="Image 347" descr="preencoded.png"/>
          <p:cNvPicPr>
            <a:picLocks noChangeAspect="1"/>
          </p:cNvPicPr>
          <p:nvPr/>
        </p:nvPicPr>
        <p:blipFill>
          <a:blip r:embed="rId345"/>
          <a:stretch>
            <a:fillRect/>
          </a:stretch>
        </p:blipFill>
        <p:spPr>
          <a:xfrm>
            <a:off x="1014372" y="2660736"/>
            <a:ext cx="74760" cy="33227"/>
          </a:xfrm>
          <a:prstGeom prst="rect">
            <a:avLst/>
          </a:prstGeom>
        </p:spPr>
      </p:pic>
      <p:sp>
        <p:nvSpPr>
          <p:cNvPr id="352" name="Shape 2"/>
          <p:cNvSpPr/>
          <p:nvPr/>
        </p:nvSpPr>
        <p:spPr>
          <a:xfrm rot="-6000">
            <a:off x="1441279" y="2660216"/>
            <a:ext cx="23092" cy="96524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353" name="Image 348" descr="preencoded.png"/>
          <p:cNvPicPr>
            <a:picLocks noChangeAspect="1"/>
          </p:cNvPicPr>
          <p:nvPr/>
        </p:nvPicPr>
        <p:blipFill>
          <a:blip r:embed="rId346"/>
          <a:stretch>
            <a:fillRect/>
          </a:stretch>
        </p:blipFill>
        <p:spPr>
          <a:xfrm>
            <a:off x="1610736" y="2659385"/>
            <a:ext cx="107987" cy="83067"/>
          </a:xfrm>
          <a:prstGeom prst="rect">
            <a:avLst/>
          </a:prstGeom>
        </p:spPr>
      </p:pic>
      <p:pic>
        <p:nvPicPr>
          <p:cNvPr id="354" name="Image 349" descr="preencoded.png"/>
          <p:cNvPicPr>
            <a:picLocks noChangeAspect="1"/>
          </p:cNvPicPr>
          <p:nvPr/>
        </p:nvPicPr>
        <p:blipFill>
          <a:blip r:embed="rId347"/>
          <a:stretch>
            <a:fillRect/>
          </a:stretch>
        </p:blipFill>
        <p:spPr>
          <a:xfrm>
            <a:off x="1020306" y="2661875"/>
            <a:ext cx="207668" cy="124601"/>
          </a:xfrm>
          <a:prstGeom prst="rect">
            <a:avLst/>
          </a:prstGeom>
        </p:spPr>
      </p:pic>
      <p:pic>
        <p:nvPicPr>
          <p:cNvPr id="355" name="Image 350" descr="preencoded.png"/>
          <p:cNvPicPr>
            <a:picLocks noChangeAspect="1"/>
          </p:cNvPicPr>
          <p:nvPr/>
        </p:nvPicPr>
        <p:blipFill>
          <a:blip r:embed="rId348"/>
          <a:stretch>
            <a:fillRect/>
          </a:stretch>
        </p:blipFill>
        <p:spPr>
          <a:xfrm>
            <a:off x="1501331" y="2663289"/>
            <a:ext cx="116293" cy="124601"/>
          </a:xfrm>
          <a:prstGeom prst="rect">
            <a:avLst/>
          </a:prstGeom>
        </p:spPr>
      </p:pic>
      <p:pic>
        <p:nvPicPr>
          <p:cNvPr id="356" name="Image 351" descr="preencoded.png"/>
          <p:cNvPicPr>
            <a:picLocks noChangeAspect="1"/>
          </p:cNvPicPr>
          <p:nvPr/>
        </p:nvPicPr>
        <p:blipFill>
          <a:blip r:embed="rId349"/>
          <a:stretch>
            <a:fillRect/>
          </a:stretch>
        </p:blipFill>
        <p:spPr>
          <a:xfrm>
            <a:off x="1258033" y="2671202"/>
            <a:ext cx="174440" cy="107987"/>
          </a:xfrm>
          <a:prstGeom prst="rect">
            <a:avLst/>
          </a:prstGeom>
        </p:spPr>
      </p:pic>
      <p:pic>
        <p:nvPicPr>
          <p:cNvPr id="357" name="Image 352" descr="preencoded.png"/>
          <p:cNvPicPr>
            <a:picLocks noChangeAspect="1"/>
          </p:cNvPicPr>
          <p:nvPr/>
        </p:nvPicPr>
        <p:blipFill>
          <a:blip r:embed="rId350"/>
          <a:stretch>
            <a:fillRect/>
          </a:stretch>
        </p:blipFill>
        <p:spPr>
          <a:xfrm>
            <a:off x="1625060" y="2734507"/>
            <a:ext cx="83067" cy="58147"/>
          </a:xfrm>
          <a:prstGeom prst="rect">
            <a:avLst/>
          </a:prstGeom>
        </p:spPr>
      </p:pic>
      <p:pic>
        <p:nvPicPr>
          <p:cNvPr id="358" name="Image 353" descr="preencoded.png"/>
          <p:cNvPicPr>
            <a:picLocks noChangeAspect="1"/>
          </p:cNvPicPr>
          <p:nvPr/>
        </p:nvPicPr>
        <p:blipFill>
          <a:blip r:embed="rId351"/>
          <a:stretch>
            <a:fillRect/>
          </a:stretch>
        </p:blipFill>
        <p:spPr>
          <a:xfrm>
            <a:off x="1033751" y="2738631"/>
            <a:ext cx="83067" cy="49840"/>
          </a:xfrm>
          <a:prstGeom prst="rect">
            <a:avLst/>
          </a:prstGeom>
        </p:spPr>
      </p:pic>
      <p:pic>
        <p:nvPicPr>
          <p:cNvPr id="359" name="Image 354" descr="preencoded.png"/>
          <p:cNvPicPr>
            <a:picLocks noChangeAspect="1"/>
          </p:cNvPicPr>
          <p:nvPr/>
        </p:nvPicPr>
        <p:blipFill>
          <a:blip r:embed="rId352"/>
          <a:stretch>
            <a:fillRect/>
          </a:stretch>
        </p:blipFill>
        <p:spPr>
          <a:xfrm>
            <a:off x="1384627" y="2738879"/>
            <a:ext cx="83067" cy="49840"/>
          </a:xfrm>
          <a:prstGeom prst="rect">
            <a:avLst/>
          </a:prstGeom>
        </p:spPr>
      </p:pic>
      <p:pic>
        <p:nvPicPr>
          <p:cNvPr id="360" name="Image 355" descr="preencoded.png"/>
          <p:cNvPicPr>
            <a:picLocks noChangeAspect="1"/>
          </p:cNvPicPr>
          <p:nvPr/>
        </p:nvPicPr>
        <p:blipFill>
          <a:blip r:embed="rId353"/>
          <a:stretch>
            <a:fillRect/>
          </a:stretch>
        </p:blipFill>
        <p:spPr>
          <a:xfrm>
            <a:off x="9108333" y="2910995"/>
            <a:ext cx="1154629" cy="390414"/>
          </a:xfrm>
          <a:prstGeom prst="rect">
            <a:avLst/>
          </a:prstGeom>
        </p:spPr>
      </p:pic>
      <p:pic>
        <p:nvPicPr>
          <p:cNvPr id="361" name="Image 356" descr="preencoded.png"/>
          <p:cNvPicPr>
            <a:picLocks noChangeAspect="1"/>
          </p:cNvPicPr>
          <p:nvPr/>
        </p:nvPicPr>
        <p:blipFill>
          <a:blip r:embed="rId354"/>
          <a:stretch>
            <a:fillRect/>
          </a:stretch>
        </p:blipFill>
        <p:spPr>
          <a:xfrm>
            <a:off x="8528186" y="3017557"/>
            <a:ext cx="83067" cy="83067"/>
          </a:xfrm>
          <a:prstGeom prst="rect">
            <a:avLst/>
          </a:prstGeom>
        </p:spPr>
      </p:pic>
      <p:sp>
        <p:nvSpPr>
          <p:cNvPr id="362" name="Shape 3"/>
          <p:cNvSpPr/>
          <p:nvPr/>
        </p:nvSpPr>
        <p:spPr>
          <a:xfrm rot="12000">
            <a:off x="8376116" y="3125308"/>
            <a:ext cx="117457" cy="20767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363" name="Shape 4"/>
          <p:cNvSpPr/>
          <p:nvPr/>
        </p:nvSpPr>
        <p:spPr>
          <a:xfrm rot="-6000">
            <a:off x="8376199" y="3171160"/>
            <a:ext cx="201022" cy="20767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364" name="Shape 5"/>
          <p:cNvSpPr/>
          <p:nvPr/>
        </p:nvSpPr>
        <p:spPr>
          <a:xfrm rot="-6000">
            <a:off x="8375535" y="3214604"/>
            <a:ext cx="201686" cy="19936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365" name="Shape 6"/>
          <p:cNvSpPr/>
          <p:nvPr/>
        </p:nvSpPr>
        <p:spPr>
          <a:xfrm rot="6000">
            <a:off x="8374455" y="3258298"/>
            <a:ext cx="199859" cy="18774"/>
          </a:xfrm>
          <a:prstGeom prst="roundRect">
            <a:avLst/>
          </a:prstGeom>
          <a:solidFill>
            <a:srgbClr val="4E90BA"/>
          </a:solidFill>
          <a:ln/>
        </p:spPr>
      </p:sp>
      <p:pic>
        <p:nvPicPr>
          <p:cNvPr id="366" name="Image 357" descr="preencoded.png"/>
          <p:cNvPicPr>
            <a:picLocks noChangeAspect="1"/>
          </p:cNvPicPr>
          <p:nvPr/>
        </p:nvPicPr>
        <p:blipFill>
          <a:blip r:embed="rId355"/>
          <a:stretch>
            <a:fillRect/>
          </a:stretch>
        </p:blipFill>
        <p:spPr>
          <a:xfrm>
            <a:off x="10747018" y="3270727"/>
            <a:ext cx="581468" cy="58147"/>
          </a:xfrm>
          <a:prstGeom prst="rect">
            <a:avLst/>
          </a:prstGeom>
        </p:spPr>
      </p:pic>
      <p:sp>
        <p:nvSpPr>
          <p:cNvPr id="367" name="Shape 7"/>
          <p:cNvSpPr/>
          <p:nvPr/>
        </p:nvSpPr>
        <p:spPr>
          <a:xfrm rot="18000">
            <a:off x="8374704" y="3301908"/>
            <a:ext cx="121443" cy="18109"/>
          </a:xfrm>
          <a:prstGeom prst="roundRect">
            <a:avLst/>
          </a:prstGeom>
          <a:solidFill>
            <a:srgbClr val="4E90BA"/>
          </a:solidFill>
          <a:ln/>
        </p:spPr>
      </p:sp>
      <p:pic>
        <p:nvPicPr>
          <p:cNvPr id="368" name="Image 358" descr="preencoded.png"/>
          <p:cNvPicPr>
            <a:picLocks noChangeAspect="1"/>
          </p:cNvPicPr>
          <p:nvPr/>
        </p:nvPicPr>
        <p:blipFill>
          <a:blip r:embed="rId356"/>
          <a:stretch>
            <a:fillRect/>
          </a:stretch>
        </p:blipFill>
        <p:spPr>
          <a:xfrm>
            <a:off x="4845394" y="3330399"/>
            <a:ext cx="523321" cy="116293"/>
          </a:xfrm>
          <a:prstGeom prst="rect">
            <a:avLst/>
          </a:prstGeom>
        </p:spPr>
      </p:pic>
      <p:pic>
        <p:nvPicPr>
          <p:cNvPr id="369" name="Image 359" descr="preencoded.png"/>
          <p:cNvPicPr>
            <a:picLocks noChangeAspect="1"/>
          </p:cNvPicPr>
          <p:nvPr/>
        </p:nvPicPr>
        <p:blipFill>
          <a:blip r:embed="rId357"/>
          <a:stretch>
            <a:fillRect/>
          </a:stretch>
        </p:blipFill>
        <p:spPr>
          <a:xfrm>
            <a:off x="10670990" y="3333722"/>
            <a:ext cx="589774" cy="207668"/>
          </a:xfrm>
          <a:prstGeom prst="rect">
            <a:avLst/>
          </a:prstGeom>
        </p:spPr>
      </p:pic>
      <p:pic>
        <p:nvPicPr>
          <p:cNvPr id="370" name="Image 360" descr="preencoded.png"/>
          <p:cNvPicPr>
            <a:picLocks noChangeAspect="1"/>
          </p:cNvPicPr>
          <p:nvPr/>
        </p:nvPicPr>
        <p:blipFill>
          <a:blip r:embed="rId358"/>
          <a:stretch>
            <a:fillRect/>
          </a:stretch>
        </p:blipFill>
        <p:spPr>
          <a:xfrm>
            <a:off x="11219084" y="3334802"/>
            <a:ext cx="191054" cy="207668"/>
          </a:xfrm>
          <a:prstGeom prst="rect">
            <a:avLst/>
          </a:prstGeom>
        </p:spPr>
      </p:pic>
      <p:sp>
        <p:nvSpPr>
          <p:cNvPr id="371" name="Shape 8"/>
          <p:cNvSpPr/>
          <p:nvPr/>
        </p:nvSpPr>
        <p:spPr>
          <a:xfrm rot="-10800000">
            <a:off x="2822265" y="3342112"/>
            <a:ext cx="563526" cy="166632"/>
          </a:xfrm>
          <a:prstGeom prst="ellipse">
            <a:avLst/>
          </a:prstGeom>
          <a:solidFill>
            <a:srgbClr val="E8EEF9"/>
          </a:solidFill>
          <a:ln/>
        </p:spPr>
      </p:sp>
      <p:pic>
        <p:nvPicPr>
          <p:cNvPr id="372" name="Image 361" descr="preencoded.png"/>
          <p:cNvPicPr>
            <a:picLocks noChangeAspect="1"/>
          </p:cNvPicPr>
          <p:nvPr/>
        </p:nvPicPr>
        <p:blipFill>
          <a:blip r:embed="rId359"/>
          <a:stretch>
            <a:fillRect/>
          </a:stretch>
        </p:blipFill>
        <p:spPr>
          <a:xfrm>
            <a:off x="4829908" y="3452923"/>
            <a:ext cx="556548" cy="124601"/>
          </a:xfrm>
          <a:prstGeom prst="rect">
            <a:avLst/>
          </a:prstGeom>
        </p:spPr>
      </p:pic>
      <p:pic>
        <p:nvPicPr>
          <p:cNvPr id="373" name="Image 362" descr="preencoded.png"/>
          <p:cNvPicPr>
            <a:picLocks noChangeAspect="1"/>
          </p:cNvPicPr>
          <p:nvPr/>
        </p:nvPicPr>
        <p:blipFill>
          <a:blip r:embed="rId360"/>
          <a:stretch>
            <a:fillRect/>
          </a:stretch>
        </p:blipFill>
        <p:spPr>
          <a:xfrm>
            <a:off x="3879955" y="3494279"/>
            <a:ext cx="357188" cy="465174"/>
          </a:xfrm>
          <a:prstGeom prst="rect">
            <a:avLst/>
          </a:prstGeom>
        </p:spPr>
      </p:pic>
      <p:pic>
        <p:nvPicPr>
          <p:cNvPr id="374" name="Image 363" descr="preencoded.png"/>
          <p:cNvPicPr>
            <a:picLocks noChangeAspect="1"/>
          </p:cNvPicPr>
          <p:nvPr/>
        </p:nvPicPr>
        <p:blipFill>
          <a:blip r:embed="rId361"/>
          <a:stretch>
            <a:fillRect/>
          </a:stretch>
        </p:blipFill>
        <p:spPr>
          <a:xfrm>
            <a:off x="6242876" y="3531077"/>
            <a:ext cx="232587" cy="249201"/>
          </a:xfrm>
          <a:prstGeom prst="rect">
            <a:avLst/>
          </a:prstGeom>
        </p:spPr>
      </p:pic>
      <p:pic>
        <p:nvPicPr>
          <p:cNvPr id="375" name="Image 364" descr="preencoded.png"/>
          <p:cNvPicPr>
            <a:picLocks noChangeAspect="1"/>
          </p:cNvPicPr>
          <p:nvPr/>
        </p:nvPicPr>
        <p:blipFill>
          <a:blip r:embed="rId362"/>
          <a:stretch>
            <a:fillRect/>
          </a:stretch>
        </p:blipFill>
        <p:spPr>
          <a:xfrm>
            <a:off x="7535977" y="3531006"/>
            <a:ext cx="290734" cy="398721"/>
          </a:xfrm>
          <a:prstGeom prst="rect">
            <a:avLst/>
          </a:prstGeom>
        </p:spPr>
      </p:pic>
      <p:pic>
        <p:nvPicPr>
          <p:cNvPr id="376" name="Image 365" descr="preencoded.png"/>
          <p:cNvPicPr>
            <a:picLocks noChangeAspect="1"/>
          </p:cNvPicPr>
          <p:nvPr/>
        </p:nvPicPr>
        <p:blipFill>
          <a:blip r:embed="rId363"/>
          <a:stretch>
            <a:fillRect/>
          </a:stretch>
        </p:blipFill>
        <p:spPr>
          <a:xfrm>
            <a:off x="8329183" y="3532834"/>
            <a:ext cx="290734" cy="398721"/>
          </a:xfrm>
          <a:prstGeom prst="rect">
            <a:avLst/>
          </a:prstGeom>
        </p:spPr>
      </p:pic>
      <p:sp>
        <p:nvSpPr>
          <p:cNvPr id="377" name="Shape 9"/>
          <p:cNvSpPr/>
          <p:nvPr/>
        </p:nvSpPr>
        <p:spPr>
          <a:xfrm rot="-8298000">
            <a:off x="1001108" y="3537319"/>
            <a:ext cx="111143" cy="104332"/>
          </a:xfrm>
          <a:prstGeom prst="ellipse">
            <a:avLst/>
          </a:prstGeom>
          <a:solidFill>
            <a:srgbClr val="C8D1E4"/>
          </a:solidFill>
          <a:ln/>
        </p:spPr>
      </p:sp>
      <p:sp>
        <p:nvSpPr>
          <p:cNvPr id="378" name="Shape 10"/>
          <p:cNvSpPr/>
          <p:nvPr/>
        </p:nvSpPr>
        <p:spPr>
          <a:xfrm>
            <a:off x="1162922" y="3537402"/>
            <a:ext cx="932010" cy="36218"/>
          </a:xfrm>
          <a:prstGeom prst="roundRect">
            <a:avLst/>
          </a:prstGeom>
          <a:solidFill>
            <a:srgbClr val="C8D1E4"/>
          </a:solidFill>
          <a:ln/>
        </p:spPr>
      </p:sp>
      <p:pic>
        <p:nvPicPr>
          <p:cNvPr id="379" name="Image 366" descr="preencoded.png"/>
          <p:cNvPicPr>
            <a:picLocks noChangeAspect="1"/>
          </p:cNvPicPr>
          <p:nvPr/>
        </p:nvPicPr>
        <p:blipFill>
          <a:blip r:embed="rId364"/>
          <a:stretch>
            <a:fillRect/>
          </a:stretch>
        </p:blipFill>
        <p:spPr>
          <a:xfrm>
            <a:off x="2902314" y="3538640"/>
            <a:ext cx="415334" cy="257507"/>
          </a:xfrm>
          <a:prstGeom prst="rect">
            <a:avLst/>
          </a:prstGeom>
        </p:spPr>
      </p:pic>
      <p:pic>
        <p:nvPicPr>
          <p:cNvPr id="380" name="Image 367" descr="preencoded.png"/>
          <p:cNvPicPr>
            <a:picLocks noChangeAspect="1"/>
          </p:cNvPicPr>
          <p:nvPr/>
        </p:nvPicPr>
        <p:blipFill>
          <a:blip r:embed="rId365"/>
          <a:stretch>
            <a:fillRect/>
          </a:stretch>
        </p:blipFill>
        <p:spPr>
          <a:xfrm>
            <a:off x="6710270" y="3539140"/>
            <a:ext cx="373801" cy="340574"/>
          </a:xfrm>
          <a:prstGeom prst="rect">
            <a:avLst/>
          </a:prstGeom>
        </p:spPr>
      </p:pic>
      <p:pic>
        <p:nvPicPr>
          <p:cNvPr id="381" name="Image 368" descr="preencoded.png"/>
          <p:cNvPicPr>
            <a:picLocks noChangeAspect="1"/>
          </p:cNvPicPr>
          <p:nvPr/>
        </p:nvPicPr>
        <p:blipFill>
          <a:blip r:embed="rId366"/>
          <a:stretch>
            <a:fillRect/>
          </a:stretch>
        </p:blipFill>
        <p:spPr>
          <a:xfrm>
            <a:off x="6254504" y="3543117"/>
            <a:ext cx="215974" cy="224280"/>
          </a:xfrm>
          <a:prstGeom prst="rect">
            <a:avLst/>
          </a:prstGeom>
        </p:spPr>
      </p:pic>
      <p:pic>
        <p:nvPicPr>
          <p:cNvPr id="382" name="Image 369" descr="preencoded.png"/>
          <p:cNvPicPr>
            <a:picLocks noChangeAspect="1"/>
          </p:cNvPicPr>
          <p:nvPr/>
        </p:nvPicPr>
        <p:blipFill>
          <a:blip r:embed="rId367"/>
          <a:stretch>
            <a:fillRect/>
          </a:stretch>
        </p:blipFill>
        <p:spPr>
          <a:xfrm>
            <a:off x="7734806" y="3543709"/>
            <a:ext cx="83067" cy="83067"/>
          </a:xfrm>
          <a:prstGeom prst="rect">
            <a:avLst/>
          </a:prstGeom>
        </p:spPr>
      </p:pic>
      <p:pic>
        <p:nvPicPr>
          <p:cNvPr id="383" name="Image 370" descr="preencoded.png"/>
          <p:cNvPicPr>
            <a:picLocks noChangeAspect="1"/>
          </p:cNvPicPr>
          <p:nvPr/>
        </p:nvPicPr>
        <p:blipFill>
          <a:blip r:embed="rId368"/>
          <a:stretch>
            <a:fillRect/>
          </a:stretch>
        </p:blipFill>
        <p:spPr>
          <a:xfrm>
            <a:off x="10668918" y="3544297"/>
            <a:ext cx="141214" cy="74760"/>
          </a:xfrm>
          <a:prstGeom prst="rect">
            <a:avLst/>
          </a:prstGeom>
        </p:spPr>
      </p:pic>
      <p:pic>
        <p:nvPicPr>
          <p:cNvPr id="384" name="Image 371" descr="preencoded.png"/>
          <p:cNvPicPr>
            <a:picLocks noChangeAspect="1"/>
          </p:cNvPicPr>
          <p:nvPr/>
        </p:nvPicPr>
        <p:blipFill>
          <a:blip r:embed="rId369"/>
          <a:stretch>
            <a:fillRect/>
          </a:stretch>
        </p:blipFill>
        <p:spPr>
          <a:xfrm>
            <a:off x="8529323" y="3547365"/>
            <a:ext cx="83067" cy="83067"/>
          </a:xfrm>
          <a:prstGeom prst="rect">
            <a:avLst/>
          </a:prstGeom>
        </p:spPr>
      </p:pic>
      <p:pic>
        <p:nvPicPr>
          <p:cNvPr id="385" name="Image 372" descr="preencoded.png"/>
          <p:cNvPicPr>
            <a:picLocks noChangeAspect="1"/>
          </p:cNvPicPr>
          <p:nvPr/>
        </p:nvPicPr>
        <p:blipFill>
          <a:blip r:embed="rId370"/>
          <a:stretch>
            <a:fillRect/>
          </a:stretch>
        </p:blipFill>
        <p:spPr>
          <a:xfrm>
            <a:off x="10818614" y="3545626"/>
            <a:ext cx="589774" cy="74760"/>
          </a:xfrm>
          <a:prstGeom prst="rect">
            <a:avLst/>
          </a:prstGeom>
        </p:spPr>
      </p:pic>
      <p:pic>
        <p:nvPicPr>
          <p:cNvPr id="386" name="Image 373" descr="preencoded.png"/>
          <p:cNvPicPr>
            <a:picLocks noChangeAspect="1"/>
          </p:cNvPicPr>
          <p:nvPr/>
        </p:nvPicPr>
        <p:blipFill>
          <a:blip r:embed="rId371"/>
          <a:stretch>
            <a:fillRect/>
          </a:stretch>
        </p:blipFill>
        <p:spPr>
          <a:xfrm>
            <a:off x="6038184" y="3559083"/>
            <a:ext cx="365494" cy="448561"/>
          </a:xfrm>
          <a:prstGeom prst="rect">
            <a:avLst/>
          </a:prstGeom>
        </p:spPr>
      </p:pic>
      <p:pic>
        <p:nvPicPr>
          <p:cNvPr id="387" name="Image 374" descr="preencoded.png"/>
          <p:cNvPicPr>
            <a:picLocks noChangeAspect="1"/>
          </p:cNvPicPr>
          <p:nvPr/>
        </p:nvPicPr>
        <p:blipFill>
          <a:blip r:embed="rId372"/>
          <a:stretch>
            <a:fillRect/>
          </a:stretch>
        </p:blipFill>
        <p:spPr>
          <a:xfrm>
            <a:off x="2900868" y="3573114"/>
            <a:ext cx="182747" cy="99681"/>
          </a:xfrm>
          <a:prstGeom prst="rect">
            <a:avLst/>
          </a:prstGeom>
        </p:spPr>
      </p:pic>
      <p:pic>
        <p:nvPicPr>
          <p:cNvPr id="388" name="Image 375" descr="preencoded.png"/>
          <p:cNvPicPr>
            <a:picLocks noChangeAspect="1"/>
          </p:cNvPicPr>
          <p:nvPr/>
        </p:nvPicPr>
        <p:blipFill>
          <a:blip r:embed="rId373"/>
          <a:stretch>
            <a:fillRect/>
          </a:stretch>
        </p:blipFill>
        <p:spPr>
          <a:xfrm>
            <a:off x="4846777" y="3585581"/>
            <a:ext cx="523321" cy="33227"/>
          </a:xfrm>
          <a:prstGeom prst="rect">
            <a:avLst/>
          </a:prstGeom>
        </p:spPr>
      </p:pic>
      <p:sp>
        <p:nvSpPr>
          <p:cNvPr id="389" name="Shape 11"/>
          <p:cNvSpPr/>
          <p:nvPr/>
        </p:nvSpPr>
        <p:spPr>
          <a:xfrm rot="-12000">
            <a:off x="1159434" y="3600700"/>
            <a:ext cx="454874" cy="36881"/>
          </a:xfrm>
          <a:prstGeom prst="roundRect">
            <a:avLst/>
          </a:prstGeom>
          <a:solidFill>
            <a:srgbClr val="C8D1E4"/>
          </a:solidFill>
          <a:ln/>
        </p:spPr>
      </p:sp>
      <p:sp>
        <p:nvSpPr>
          <p:cNvPr id="390" name="Shape 12"/>
          <p:cNvSpPr/>
          <p:nvPr/>
        </p:nvSpPr>
        <p:spPr>
          <a:xfrm rot="6000">
            <a:off x="4978183" y="3649792"/>
            <a:ext cx="22428" cy="71604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391" name="Shape 13"/>
          <p:cNvSpPr/>
          <p:nvPr/>
        </p:nvSpPr>
        <p:spPr>
          <a:xfrm rot="6000">
            <a:off x="4867704" y="3650539"/>
            <a:ext cx="21432" cy="70607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392" name="Shape 14"/>
          <p:cNvSpPr/>
          <p:nvPr/>
        </p:nvSpPr>
        <p:spPr>
          <a:xfrm rot="30000">
            <a:off x="4904835" y="3650457"/>
            <a:ext cx="21930" cy="71106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393" name="Shape 15"/>
          <p:cNvSpPr/>
          <p:nvPr/>
        </p:nvSpPr>
        <p:spPr>
          <a:xfrm rot="48000">
            <a:off x="4942298" y="3651869"/>
            <a:ext cx="22096" cy="68946"/>
          </a:xfrm>
          <a:prstGeom prst="roundRect">
            <a:avLst/>
          </a:prstGeom>
          <a:solidFill>
            <a:srgbClr val="264560"/>
          </a:solidFill>
          <a:ln/>
        </p:spPr>
      </p:sp>
      <p:pic>
        <p:nvPicPr>
          <p:cNvPr id="394" name="Image 376" descr="preencoded.png"/>
          <p:cNvPicPr>
            <a:picLocks noChangeAspect="1"/>
          </p:cNvPicPr>
          <p:nvPr/>
        </p:nvPicPr>
        <p:blipFill>
          <a:blip r:embed="rId374"/>
          <a:stretch>
            <a:fillRect/>
          </a:stretch>
        </p:blipFill>
        <p:spPr>
          <a:xfrm>
            <a:off x="5287025" y="3656271"/>
            <a:ext cx="58147" cy="58147"/>
          </a:xfrm>
          <a:prstGeom prst="rect">
            <a:avLst/>
          </a:prstGeom>
        </p:spPr>
      </p:pic>
      <p:pic>
        <p:nvPicPr>
          <p:cNvPr id="395" name="Image 377" descr="preencoded.png"/>
          <p:cNvPicPr>
            <a:picLocks noChangeAspect="1"/>
          </p:cNvPicPr>
          <p:nvPr/>
        </p:nvPicPr>
        <p:blipFill>
          <a:blip r:embed="rId375"/>
          <a:stretch>
            <a:fillRect/>
          </a:stretch>
        </p:blipFill>
        <p:spPr>
          <a:xfrm>
            <a:off x="6247943" y="3673216"/>
            <a:ext cx="232587" cy="282427"/>
          </a:xfrm>
          <a:prstGeom prst="rect">
            <a:avLst/>
          </a:prstGeom>
        </p:spPr>
      </p:pic>
      <p:pic>
        <p:nvPicPr>
          <p:cNvPr id="396" name="Image 378" descr="preencoded.png"/>
          <p:cNvPicPr>
            <a:picLocks noChangeAspect="1"/>
          </p:cNvPicPr>
          <p:nvPr/>
        </p:nvPicPr>
        <p:blipFill>
          <a:blip r:embed="rId376"/>
          <a:stretch>
            <a:fillRect/>
          </a:stretch>
        </p:blipFill>
        <p:spPr>
          <a:xfrm>
            <a:off x="10766548" y="3680882"/>
            <a:ext cx="257507" cy="199360"/>
          </a:xfrm>
          <a:prstGeom prst="rect">
            <a:avLst/>
          </a:prstGeom>
        </p:spPr>
      </p:pic>
      <p:sp>
        <p:nvSpPr>
          <p:cNvPr id="397" name="Shape 16"/>
          <p:cNvSpPr/>
          <p:nvPr/>
        </p:nvSpPr>
        <p:spPr>
          <a:xfrm rot="-3840000">
            <a:off x="1003683" y="3710763"/>
            <a:ext cx="105329" cy="101840"/>
          </a:xfrm>
          <a:prstGeom prst="ellipse">
            <a:avLst/>
          </a:prstGeom>
          <a:solidFill>
            <a:srgbClr val="C8D1E4"/>
          </a:solidFill>
          <a:ln/>
        </p:spPr>
      </p:sp>
      <p:sp>
        <p:nvSpPr>
          <p:cNvPr id="398" name="Shape 17"/>
          <p:cNvSpPr/>
          <p:nvPr/>
        </p:nvSpPr>
        <p:spPr>
          <a:xfrm>
            <a:off x="1160430" y="3709932"/>
            <a:ext cx="931512" cy="36051"/>
          </a:xfrm>
          <a:prstGeom prst="roundRect">
            <a:avLst/>
          </a:prstGeom>
          <a:solidFill>
            <a:srgbClr val="C8D1E4"/>
          </a:solidFill>
          <a:ln/>
        </p:spPr>
      </p:sp>
      <p:sp>
        <p:nvSpPr>
          <p:cNvPr id="399" name="Shape 18"/>
          <p:cNvSpPr/>
          <p:nvPr/>
        </p:nvSpPr>
        <p:spPr>
          <a:xfrm>
            <a:off x="1163670" y="3772398"/>
            <a:ext cx="720688" cy="35719"/>
          </a:xfrm>
          <a:prstGeom prst="roundRect">
            <a:avLst/>
          </a:prstGeom>
          <a:solidFill>
            <a:srgbClr val="C8D1E4"/>
          </a:solidFill>
          <a:ln/>
        </p:spPr>
      </p:sp>
      <p:pic>
        <p:nvPicPr>
          <p:cNvPr id="400" name="Image 379" descr="preencoded.png"/>
          <p:cNvPicPr>
            <a:picLocks noChangeAspect="1"/>
          </p:cNvPicPr>
          <p:nvPr/>
        </p:nvPicPr>
        <p:blipFill>
          <a:blip r:embed="rId377"/>
          <a:stretch>
            <a:fillRect/>
          </a:stretch>
        </p:blipFill>
        <p:spPr>
          <a:xfrm>
            <a:off x="3168487" y="3779708"/>
            <a:ext cx="282427" cy="282427"/>
          </a:xfrm>
          <a:prstGeom prst="rect">
            <a:avLst/>
          </a:prstGeom>
        </p:spPr>
      </p:pic>
      <p:sp>
        <p:nvSpPr>
          <p:cNvPr id="401" name="Shape 19"/>
          <p:cNvSpPr/>
          <p:nvPr/>
        </p:nvSpPr>
        <p:spPr>
          <a:xfrm rot="12000">
            <a:off x="4867871" y="3819996"/>
            <a:ext cx="22096" cy="71106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402" name="Shape 20"/>
          <p:cNvSpPr/>
          <p:nvPr/>
        </p:nvSpPr>
        <p:spPr>
          <a:xfrm rot="24000">
            <a:off x="4905167" y="3818999"/>
            <a:ext cx="22428" cy="71769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403" name="Shape 21"/>
          <p:cNvSpPr/>
          <p:nvPr/>
        </p:nvSpPr>
        <p:spPr>
          <a:xfrm rot="18000">
            <a:off x="4942298" y="3819912"/>
            <a:ext cx="22096" cy="70274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404" name="Shape 22"/>
          <p:cNvSpPr/>
          <p:nvPr/>
        </p:nvSpPr>
        <p:spPr>
          <a:xfrm rot="-12000">
            <a:off x="4977518" y="3818667"/>
            <a:ext cx="22428" cy="71271"/>
          </a:xfrm>
          <a:prstGeom prst="roundRect">
            <a:avLst/>
          </a:prstGeom>
          <a:solidFill>
            <a:srgbClr val="264560"/>
          </a:solidFill>
          <a:ln/>
        </p:spPr>
      </p:sp>
      <p:pic>
        <p:nvPicPr>
          <p:cNvPr id="405" name="Image 380" descr="preencoded.png"/>
          <p:cNvPicPr>
            <a:picLocks noChangeAspect="1"/>
          </p:cNvPicPr>
          <p:nvPr/>
        </p:nvPicPr>
        <p:blipFill>
          <a:blip r:embed="rId378"/>
          <a:stretch>
            <a:fillRect/>
          </a:stretch>
        </p:blipFill>
        <p:spPr>
          <a:xfrm>
            <a:off x="5288604" y="3826890"/>
            <a:ext cx="49840" cy="49840"/>
          </a:xfrm>
          <a:prstGeom prst="rect">
            <a:avLst/>
          </a:prstGeom>
        </p:spPr>
      </p:pic>
      <p:sp>
        <p:nvSpPr>
          <p:cNvPr id="406" name="Shape 23"/>
          <p:cNvSpPr/>
          <p:nvPr/>
        </p:nvSpPr>
        <p:spPr>
          <a:xfrm rot="-6000">
            <a:off x="804073" y="3856795"/>
            <a:ext cx="28243" cy="263654"/>
          </a:xfrm>
          <a:prstGeom prst="roundRect">
            <a:avLst/>
          </a:prstGeom>
          <a:solidFill>
            <a:srgbClr val="373736"/>
          </a:solidFill>
          <a:ln/>
        </p:spPr>
      </p:sp>
      <p:sp>
        <p:nvSpPr>
          <p:cNvPr id="407" name="Shape 24"/>
          <p:cNvSpPr/>
          <p:nvPr/>
        </p:nvSpPr>
        <p:spPr>
          <a:xfrm rot="-6180000">
            <a:off x="1003351" y="3879804"/>
            <a:ext cx="108652" cy="104830"/>
          </a:xfrm>
          <a:prstGeom prst="ellipse">
            <a:avLst/>
          </a:prstGeom>
          <a:solidFill>
            <a:srgbClr val="C8D1E4"/>
          </a:solidFill>
          <a:ln/>
        </p:spPr>
      </p:sp>
      <p:pic>
        <p:nvPicPr>
          <p:cNvPr id="408" name="Image 381" descr="preencoded.png"/>
          <p:cNvPicPr>
            <a:picLocks noChangeAspect="1"/>
          </p:cNvPicPr>
          <p:nvPr/>
        </p:nvPicPr>
        <p:blipFill>
          <a:blip r:embed="rId379"/>
          <a:stretch>
            <a:fillRect/>
          </a:stretch>
        </p:blipFill>
        <p:spPr>
          <a:xfrm>
            <a:off x="11254674" y="3877610"/>
            <a:ext cx="166134" cy="124601"/>
          </a:xfrm>
          <a:prstGeom prst="rect">
            <a:avLst/>
          </a:prstGeom>
        </p:spPr>
      </p:pic>
      <p:pic>
        <p:nvPicPr>
          <p:cNvPr id="409" name="Image 382" descr="preencoded.png"/>
          <p:cNvPicPr>
            <a:picLocks noChangeAspect="1"/>
          </p:cNvPicPr>
          <p:nvPr/>
        </p:nvPicPr>
        <p:blipFill>
          <a:blip r:embed="rId380"/>
          <a:stretch>
            <a:fillRect/>
          </a:stretch>
        </p:blipFill>
        <p:spPr>
          <a:xfrm>
            <a:off x="10836556" y="3878890"/>
            <a:ext cx="49840" cy="49840"/>
          </a:xfrm>
          <a:prstGeom prst="rect">
            <a:avLst/>
          </a:prstGeom>
        </p:spPr>
      </p:pic>
      <p:pic>
        <p:nvPicPr>
          <p:cNvPr id="410" name="Image 383" descr="preencoded.png"/>
          <p:cNvPicPr>
            <a:picLocks noChangeAspect="1"/>
          </p:cNvPicPr>
          <p:nvPr/>
        </p:nvPicPr>
        <p:blipFill>
          <a:blip r:embed="rId381"/>
          <a:stretch>
            <a:fillRect/>
          </a:stretch>
        </p:blipFill>
        <p:spPr>
          <a:xfrm>
            <a:off x="10946062" y="3880015"/>
            <a:ext cx="49840" cy="49840"/>
          </a:xfrm>
          <a:prstGeom prst="rect">
            <a:avLst/>
          </a:prstGeom>
        </p:spPr>
      </p:pic>
      <p:pic>
        <p:nvPicPr>
          <p:cNvPr id="411" name="Image 384" descr="preencoded.png"/>
          <p:cNvPicPr>
            <a:picLocks noChangeAspect="1"/>
          </p:cNvPicPr>
          <p:nvPr/>
        </p:nvPicPr>
        <p:blipFill>
          <a:blip r:embed="rId382"/>
          <a:stretch>
            <a:fillRect/>
          </a:stretch>
        </p:blipFill>
        <p:spPr>
          <a:xfrm>
            <a:off x="9079047" y="3882047"/>
            <a:ext cx="1221082" cy="274121"/>
          </a:xfrm>
          <a:prstGeom prst="rect">
            <a:avLst/>
          </a:prstGeom>
        </p:spPr>
      </p:pic>
      <p:pic>
        <p:nvPicPr>
          <p:cNvPr id="412" name="Image 385" descr="preencoded.png"/>
          <p:cNvPicPr>
            <a:picLocks noChangeAspect="1"/>
          </p:cNvPicPr>
          <p:nvPr/>
        </p:nvPicPr>
        <p:blipFill>
          <a:blip r:embed="rId383"/>
          <a:stretch>
            <a:fillRect/>
          </a:stretch>
        </p:blipFill>
        <p:spPr>
          <a:xfrm>
            <a:off x="11319923" y="3909625"/>
            <a:ext cx="91373" cy="91373"/>
          </a:xfrm>
          <a:prstGeom prst="rect">
            <a:avLst/>
          </a:prstGeom>
        </p:spPr>
      </p:pic>
      <p:sp>
        <p:nvSpPr>
          <p:cNvPr id="413" name="Shape 25"/>
          <p:cNvSpPr/>
          <p:nvPr/>
        </p:nvSpPr>
        <p:spPr>
          <a:xfrm>
            <a:off x="1162092" y="3914858"/>
            <a:ext cx="592599" cy="37048"/>
          </a:xfrm>
          <a:prstGeom prst="roundRect">
            <a:avLst/>
          </a:prstGeom>
          <a:solidFill>
            <a:srgbClr val="C8D1E4"/>
          </a:solidFill>
          <a:ln/>
        </p:spPr>
      </p:sp>
      <p:sp>
        <p:nvSpPr>
          <p:cNvPr id="414" name="Shape 26"/>
          <p:cNvSpPr/>
          <p:nvPr/>
        </p:nvSpPr>
        <p:spPr>
          <a:xfrm rot="-36000">
            <a:off x="5087416" y="3923081"/>
            <a:ext cx="33725" cy="78914"/>
          </a:xfrm>
          <a:prstGeom prst="roundRect">
            <a:avLst/>
          </a:prstGeom>
          <a:solidFill>
            <a:srgbClr val="7794C0"/>
          </a:solidFill>
          <a:ln/>
        </p:spPr>
      </p:sp>
      <p:pic>
        <p:nvPicPr>
          <p:cNvPr id="415" name="Image 386" descr="preencoded.png"/>
          <p:cNvPicPr>
            <a:picLocks noChangeAspect="1"/>
          </p:cNvPicPr>
          <p:nvPr/>
        </p:nvPicPr>
        <p:blipFill>
          <a:blip r:embed="rId384"/>
          <a:stretch>
            <a:fillRect/>
          </a:stretch>
        </p:blipFill>
        <p:spPr>
          <a:xfrm>
            <a:off x="2225950" y="3928447"/>
            <a:ext cx="124601" cy="124601"/>
          </a:xfrm>
          <a:prstGeom prst="rect">
            <a:avLst/>
          </a:prstGeom>
        </p:spPr>
      </p:pic>
      <p:pic>
        <p:nvPicPr>
          <p:cNvPr id="416" name="Image 387" descr="preencoded.png"/>
          <p:cNvPicPr>
            <a:picLocks noChangeAspect="1"/>
          </p:cNvPicPr>
          <p:nvPr/>
        </p:nvPicPr>
        <p:blipFill>
          <a:blip r:embed="rId385"/>
          <a:stretch>
            <a:fillRect/>
          </a:stretch>
        </p:blipFill>
        <p:spPr>
          <a:xfrm>
            <a:off x="6729011" y="3954970"/>
            <a:ext cx="340574" cy="307347"/>
          </a:xfrm>
          <a:prstGeom prst="rect">
            <a:avLst/>
          </a:prstGeom>
        </p:spPr>
      </p:pic>
      <p:sp>
        <p:nvSpPr>
          <p:cNvPr id="417" name="Shape 27"/>
          <p:cNvSpPr/>
          <p:nvPr/>
        </p:nvSpPr>
        <p:spPr>
          <a:xfrm>
            <a:off x="4821934" y="4015867"/>
            <a:ext cx="235245" cy="38045"/>
          </a:xfrm>
          <a:prstGeom prst="roundRect">
            <a:avLst/>
          </a:prstGeom>
          <a:solidFill>
            <a:srgbClr val="96A8BC"/>
          </a:solidFill>
          <a:ln/>
        </p:spPr>
      </p:sp>
      <p:pic>
        <p:nvPicPr>
          <p:cNvPr id="418" name="Image 388" descr="preencoded.png"/>
          <p:cNvPicPr>
            <a:picLocks noChangeAspect="1"/>
          </p:cNvPicPr>
          <p:nvPr/>
        </p:nvPicPr>
        <p:blipFill>
          <a:blip r:embed="rId386"/>
          <a:stretch>
            <a:fillRect/>
          </a:stretch>
        </p:blipFill>
        <p:spPr>
          <a:xfrm>
            <a:off x="7711863" y="4024062"/>
            <a:ext cx="24920" cy="24920"/>
          </a:xfrm>
          <a:prstGeom prst="rect">
            <a:avLst/>
          </a:prstGeom>
        </p:spPr>
      </p:pic>
      <p:pic>
        <p:nvPicPr>
          <p:cNvPr id="419" name="Image 389" descr="preencoded.png"/>
          <p:cNvPicPr>
            <a:picLocks noChangeAspect="1"/>
          </p:cNvPicPr>
          <p:nvPr/>
        </p:nvPicPr>
        <p:blipFill>
          <a:blip r:embed="rId387"/>
          <a:stretch>
            <a:fillRect/>
          </a:stretch>
        </p:blipFill>
        <p:spPr>
          <a:xfrm>
            <a:off x="7383437" y="4027168"/>
            <a:ext cx="24920" cy="24920"/>
          </a:xfrm>
          <a:prstGeom prst="rect">
            <a:avLst/>
          </a:prstGeom>
        </p:spPr>
      </p:pic>
      <p:sp>
        <p:nvSpPr>
          <p:cNvPr id="420" name="Shape 28"/>
          <p:cNvSpPr/>
          <p:nvPr/>
        </p:nvSpPr>
        <p:spPr>
          <a:xfrm rot="-54000">
            <a:off x="7819152" y="4027995"/>
            <a:ext cx="54325" cy="17942"/>
          </a:xfrm>
          <a:prstGeom prst="roundRect">
            <a:avLst/>
          </a:prstGeom>
          <a:solidFill>
            <a:srgbClr val="FFFFFF"/>
          </a:solidFill>
          <a:ln/>
        </p:spPr>
      </p:sp>
      <p:pic>
        <p:nvPicPr>
          <p:cNvPr id="421" name="Image 390" descr="preencoded.png"/>
          <p:cNvPicPr>
            <a:picLocks noChangeAspect="1"/>
          </p:cNvPicPr>
          <p:nvPr/>
        </p:nvPicPr>
        <p:blipFill>
          <a:blip r:embed="rId388"/>
          <a:stretch>
            <a:fillRect/>
          </a:stretch>
        </p:blipFill>
        <p:spPr>
          <a:xfrm>
            <a:off x="7567427" y="4036723"/>
            <a:ext cx="24920" cy="16614"/>
          </a:xfrm>
          <a:prstGeom prst="rect">
            <a:avLst/>
          </a:prstGeom>
        </p:spPr>
      </p:pic>
      <p:pic>
        <p:nvPicPr>
          <p:cNvPr id="422" name="Image 391" descr="preencoded.png"/>
          <p:cNvPicPr>
            <a:picLocks noChangeAspect="1"/>
          </p:cNvPicPr>
          <p:nvPr/>
        </p:nvPicPr>
        <p:blipFill>
          <a:blip r:embed="rId389"/>
          <a:stretch>
            <a:fillRect/>
          </a:stretch>
        </p:blipFill>
        <p:spPr>
          <a:xfrm>
            <a:off x="7726178" y="4051132"/>
            <a:ext cx="16614" cy="16614"/>
          </a:xfrm>
          <a:prstGeom prst="rect">
            <a:avLst/>
          </a:prstGeom>
        </p:spPr>
      </p:pic>
      <p:pic>
        <p:nvPicPr>
          <p:cNvPr id="423" name="Image 392" descr="preencoded.png"/>
          <p:cNvPicPr>
            <a:picLocks noChangeAspect="1"/>
          </p:cNvPicPr>
          <p:nvPr/>
        </p:nvPicPr>
        <p:blipFill>
          <a:blip r:embed="rId390"/>
          <a:stretch>
            <a:fillRect/>
          </a:stretch>
        </p:blipFill>
        <p:spPr>
          <a:xfrm>
            <a:off x="8529093" y="4077843"/>
            <a:ext cx="83067" cy="83067"/>
          </a:xfrm>
          <a:prstGeom prst="rect">
            <a:avLst/>
          </a:prstGeom>
        </p:spPr>
      </p:pic>
      <p:sp>
        <p:nvSpPr>
          <p:cNvPr id="424" name="Shape 29"/>
          <p:cNvSpPr/>
          <p:nvPr/>
        </p:nvSpPr>
        <p:spPr>
          <a:xfrm rot="-10734000">
            <a:off x="7361620" y="4083733"/>
            <a:ext cx="52498" cy="3040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5" name="Shape 30"/>
          <p:cNvSpPr/>
          <p:nvPr/>
        </p:nvSpPr>
        <p:spPr>
          <a:xfrm rot="-96000">
            <a:off x="7689153" y="4082985"/>
            <a:ext cx="50007" cy="3372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6" name="Shape 31"/>
          <p:cNvSpPr/>
          <p:nvPr/>
        </p:nvSpPr>
        <p:spPr>
          <a:xfrm rot="-10692000">
            <a:off x="7471601" y="4085810"/>
            <a:ext cx="52664" cy="2973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7" name="Image 393" descr="preencoded.png"/>
          <p:cNvPicPr>
            <a:picLocks noChangeAspect="1"/>
          </p:cNvPicPr>
          <p:nvPr/>
        </p:nvPicPr>
        <p:blipFill>
          <a:blip r:embed="rId391"/>
          <a:stretch>
            <a:fillRect/>
          </a:stretch>
        </p:blipFill>
        <p:spPr>
          <a:xfrm>
            <a:off x="9080588" y="4144288"/>
            <a:ext cx="1221082" cy="922043"/>
          </a:xfrm>
          <a:prstGeom prst="rect">
            <a:avLst/>
          </a:prstGeom>
        </p:spPr>
      </p:pic>
      <p:sp>
        <p:nvSpPr>
          <p:cNvPr id="428" name="Shape 32"/>
          <p:cNvSpPr/>
          <p:nvPr/>
        </p:nvSpPr>
        <p:spPr>
          <a:xfrm rot="-30000">
            <a:off x="3211600" y="4159906"/>
            <a:ext cx="62798" cy="3156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9" name="Shape 33"/>
          <p:cNvSpPr/>
          <p:nvPr/>
        </p:nvSpPr>
        <p:spPr>
          <a:xfrm rot="72000">
            <a:off x="1105689" y="4165305"/>
            <a:ext cx="87386" cy="49840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0" name="Shape 34"/>
          <p:cNvSpPr/>
          <p:nvPr/>
        </p:nvSpPr>
        <p:spPr>
          <a:xfrm rot="-30000">
            <a:off x="1679847" y="4165139"/>
            <a:ext cx="85227" cy="49674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1" name="Shape 35"/>
          <p:cNvSpPr/>
          <p:nvPr/>
        </p:nvSpPr>
        <p:spPr>
          <a:xfrm rot="-12000">
            <a:off x="1906038" y="4164972"/>
            <a:ext cx="87054" cy="50837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2" name="Shape 36"/>
          <p:cNvSpPr/>
          <p:nvPr/>
        </p:nvSpPr>
        <p:spPr>
          <a:xfrm rot="24000">
            <a:off x="1220155" y="4167049"/>
            <a:ext cx="86223" cy="49176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3" name="Shape 37"/>
          <p:cNvSpPr/>
          <p:nvPr/>
        </p:nvSpPr>
        <p:spPr>
          <a:xfrm rot="12000">
            <a:off x="1336200" y="4166550"/>
            <a:ext cx="84230" cy="48677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4" name="Shape 38"/>
          <p:cNvSpPr/>
          <p:nvPr/>
        </p:nvSpPr>
        <p:spPr>
          <a:xfrm rot="24000">
            <a:off x="1450998" y="4165969"/>
            <a:ext cx="85227" cy="49009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5" name="Shape 39"/>
          <p:cNvSpPr/>
          <p:nvPr/>
        </p:nvSpPr>
        <p:spPr>
          <a:xfrm rot="18000">
            <a:off x="1565215" y="4166135"/>
            <a:ext cx="85393" cy="49507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6" name="Shape 40"/>
          <p:cNvSpPr/>
          <p:nvPr/>
        </p:nvSpPr>
        <p:spPr>
          <a:xfrm rot="84000">
            <a:off x="1793317" y="4165554"/>
            <a:ext cx="86223" cy="50172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37" name="Shape 41"/>
          <p:cNvSpPr/>
          <p:nvPr/>
        </p:nvSpPr>
        <p:spPr>
          <a:xfrm rot="-5364000">
            <a:off x="2902093" y="4187733"/>
            <a:ext cx="74262" cy="400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38" name="Shape 42"/>
          <p:cNvSpPr/>
          <p:nvPr/>
        </p:nvSpPr>
        <p:spPr>
          <a:xfrm>
            <a:off x="8374953" y="4181669"/>
            <a:ext cx="118121" cy="22760"/>
          </a:xfrm>
          <a:prstGeom prst="roundRect">
            <a:avLst/>
          </a:prstGeom>
          <a:solidFill>
            <a:srgbClr val="815F50"/>
          </a:solidFill>
          <a:ln/>
        </p:spPr>
      </p:sp>
      <p:sp>
        <p:nvSpPr>
          <p:cNvPr id="439" name="Shape 43"/>
          <p:cNvSpPr/>
          <p:nvPr/>
        </p:nvSpPr>
        <p:spPr>
          <a:xfrm rot="-10524000">
            <a:off x="3330967" y="4186238"/>
            <a:ext cx="36051" cy="2940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0" name="Shape 44"/>
          <p:cNvSpPr/>
          <p:nvPr/>
        </p:nvSpPr>
        <p:spPr>
          <a:xfrm>
            <a:off x="8374538" y="4228850"/>
            <a:ext cx="199859" cy="19272"/>
          </a:xfrm>
          <a:prstGeom prst="roundRect">
            <a:avLst/>
          </a:prstGeom>
          <a:solidFill>
            <a:srgbClr val="815F50"/>
          </a:solidFill>
          <a:ln/>
        </p:spPr>
      </p:sp>
      <p:sp>
        <p:nvSpPr>
          <p:cNvPr id="441" name="Shape 45"/>
          <p:cNvSpPr/>
          <p:nvPr/>
        </p:nvSpPr>
        <p:spPr>
          <a:xfrm rot="-66000">
            <a:off x="1108845" y="4236991"/>
            <a:ext cx="141878" cy="52000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2" name="Shape 46"/>
          <p:cNvSpPr/>
          <p:nvPr/>
        </p:nvSpPr>
        <p:spPr>
          <a:xfrm rot="30000">
            <a:off x="1276724" y="4237573"/>
            <a:ext cx="87054" cy="52166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3" name="Shape 47"/>
          <p:cNvSpPr/>
          <p:nvPr/>
        </p:nvSpPr>
        <p:spPr>
          <a:xfrm rot="12000">
            <a:off x="1845815" y="4237822"/>
            <a:ext cx="146862" cy="50671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4" name="Shape 48"/>
          <p:cNvSpPr/>
          <p:nvPr/>
        </p:nvSpPr>
        <p:spPr>
          <a:xfrm rot="36000">
            <a:off x="1389529" y="4239816"/>
            <a:ext cx="85227" cy="50339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5" name="Shape 49"/>
          <p:cNvSpPr/>
          <p:nvPr/>
        </p:nvSpPr>
        <p:spPr>
          <a:xfrm rot="-48000">
            <a:off x="1503164" y="4239649"/>
            <a:ext cx="84396" cy="50339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6" name="Shape 50"/>
          <p:cNvSpPr/>
          <p:nvPr/>
        </p:nvSpPr>
        <p:spPr>
          <a:xfrm rot="-12000">
            <a:off x="1732179" y="4239068"/>
            <a:ext cx="87386" cy="50007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47" name="Shape 51"/>
          <p:cNvSpPr/>
          <p:nvPr/>
        </p:nvSpPr>
        <p:spPr>
          <a:xfrm rot="-10758000">
            <a:off x="3216086" y="4245381"/>
            <a:ext cx="56153" cy="29904"/>
          </a:xfrm>
          <a:prstGeom prst="ellipse">
            <a:avLst/>
          </a:prstGeom>
          <a:solidFill>
            <a:srgbClr val="F6F8F9"/>
          </a:solidFill>
          <a:ln/>
        </p:spPr>
      </p:sp>
      <p:sp>
        <p:nvSpPr>
          <p:cNvPr id="448" name="Shape 52"/>
          <p:cNvSpPr/>
          <p:nvPr/>
        </p:nvSpPr>
        <p:spPr>
          <a:xfrm rot="78000">
            <a:off x="3343510" y="4255847"/>
            <a:ext cx="54824" cy="17942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449" name="Shape 53"/>
          <p:cNvSpPr/>
          <p:nvPr/>
        </p:nvSpPr>
        <p:spPr>
          <a:xfrm rot="6000">
            <a:off x="8374704" y="4271631"/>
            <a:ext cx="201022" cy="19770"/>
          </a:xfrm>
          <a:prstGeom prst="roundRect">
            <a:avLst/>
          </a:prstGeom>
          <a:solidFill>
            <a:srgbClr val="815F50"/>
          </a:solidFill>
          <a:ln/>
        </p:spPr>
      </p:sp>
      <p:sp>
        <p:nvSpPr>
          <p:cNvPr id="450" name="Shape 54"/>
          <p:cNvSpPr/>
          <p:nvPr/>
        </p:nvSpPr>
        <p:spPr>
          <a:xfrm rot="48000">
            <a:off x="1104692" y="4313413"/>
            <a:ext cx="87220" cy="51335"/>
          </a:xfrm>
          <a:prstGeom prst="roundRect">
            <a:avLst/>
          </a:prstGeom>
          <a:solidFill>
            <a:srgbClr val="B4C1D2"/>
          </a:solidFill>
          <a:ln/>
        </p:spPr>
      </p:sp>
      <p:sp>
        <p:nvSpPr>
          <p:cNvPr id="451" name="Shape 55"/>
          <p:cNvSpPr/>
          <p:nvPr/>
        </p:nvSpPr>
        <p:spPr>
          <a:xfrm>
            <a:off x="1219740" y="4314493"/>
            <a:ext cx="85227" cy="50007"/>
          </a:xfrm>
          <a:prstGeom prst="roundRect">
            <a:avLst/>
          </a:prstGeom>
          <a:solidFill>
            <a:srgbClr val="B4C1D2"/>
          </a:solidFill>
          <a:ln/>
        </p:spPr>
      </p:sp>
      <p:pic>
        <p:nvPicPr>
          <p:cNvPr id="452" name="Image 394" descr="preencoded.png"/>
          <p:cNvPicPr>
            <a:picLocks noChangeAspect="1"/>
          </p:cNvPicPr>
          <p:nvPr/>
        </p:nvPicPr>
        <p:blipFill>
          <a:blip r:embed="rId392"/>
          <a:stretch>
            <a:fillRect/>
          </a:stretch>
        </p:blipFill>
        <p:spPr>
          <a:xfrm>
            <a:off x="1792569" y="4314575"/>
            <a:ext cx="83067" cy="49840"/>
          </a:xfrm>
          <a:prstGeom prst="rect">
            <a:avLst/>
          </a:prstGeom>
        </p:spPr>
      </p:pic>
      <p:sp>
        <p:nvSpPr>
          <p:cNvPr id="453" name="Shape 56"/>
          <p:cNvSpPr/>
          <p:nvPr/>
        </p:nvSpPr>
        <p:spPr>
          <a:xfrm rot="6000">
            <a:off x="8374455" y="4314160"/>
            <a:ext cx="201853" cy="21265"/>
          </a:xfrm>
          <a:prstGeom prst="roundRect">
            <a:avLst/>
          </a:prstGeom>
          <a:solidFill>
            <a:srgbClr val="815F50"/>
          </a:solidFill>
          <a:ln/>
        </p:spPr>
      </p:sp>
      <p:pic>
        <p:nvPicPr>
          <p:cNvPr id="454" name="Image 395" descr="preencoded.png"/>
          <p:cNvPicPr>
            <a:picLocks noChangeAspect="1"/>
          </p:cNvPicPr>
          <p:nvPr/>
        </p:nvPicPr>
        <p:blipFill>
          <a:blip r:embed="rId393"/>
          <a:stretch>
            <a:fillRect/>
          </a:stretch>
        </p:blipFill>
        <p:spPr>
          <a:xfrm>
            <a:off x="1906204" y="4315490"/>
            <a:ext cx="83067" cy="49840"/>
          </a:xfrm>
          <a:prstGeom prst="rect">
            <a:avLst/>
          </a:prstGeom>
        </p:spPr>
      </p:pic>
      <p:sp>
        <p:nvSpPr>
          <p:cNvPr id="455" name="Shape 57"/>
          <p:cNvSpPr/>
          <p:nvPr/>
        </p:nvSpPr>
        <p:spPr>
          <a:xfrm>
            <a:off x="8375285" y="4355777"/>
            <a:ext cx="122108" cy="23259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456" name="Image 396" descr="preencoded.png"/>
          <p:cNvPicPr>
            <a:picLocks noChangeAspect="1"/>
          </p:cNvPicPr>
          <p:nvPr/>
        </p:nvPicPr>
        <p:blipFill>
          <a:blip r:embed="rId394"/>
          <a:stretch>
            <a:fillRect/>
          </a:stretch>
        </p:blipFill>
        <p:spPr>
          <a:xfrm>
            <a:off x="1741452" y="4744041"/>
            <a:ext cx="33227" cy="41534"/>
          </a:xfrm>
          <a:prstGeom prst="rect">
            <a:avLst/>
          </a:prstGeom>
        </p:spPr>
      </p:pic>
      <p:sp>
        <p:nvSpPr>
          <p:cNvPr id="457" name="Shape 58"/>
          <p:cNvSpPr/>
          <p:nvPr/>
        </p:nvSpPr>
        <p:spPr>
          <a:xfrm rot="114000">
            <a:off x="2810221" y="4784485"/>
            <a:ext cx="88715" cy="21099"/>
          </a:xfrm>
          <a:prstGeom prst="roundRect">
            <a:avLst/>
          </a:prstGeom>
          <a:solidFill>
            <a:srgbClr val="D3DDE8"/>
          </a:solidFill>
          <a:ln/>
        </p:spPr>
      </p:sp>
      <p:sp>
        <p:nvSpPr>
          <p:cNvPr id="458" name="Shape 59"/>
          <p:cNvSpPr/>
          <p:nvPr/>
        </p:nvSpPr>
        <p:spPr>
          <a:xfrm rot="-4398000">
            <a:off x="3258283" y="4796032"/>
            <a:ext cx="65456" cy="56485"/>
          </a:xfrm>
          <a:prstGeom prst="ellipse">
            <a:avLst/>
          </a:prstGeom>
          <a:solidFill>
            <a:srgbClr val="5C7788"/>
          </a:solidFill>
          <a:ln/>
        </p:spPr>
      </p:sp>
      <p:sp>
        <p:nvSpPr>
          <p:cNvPr id="459" name="Shape 60"/>
          <p:cNvSpPr/>
          <p:nvPr/>
        </p:nvSpPr>
        <p:spPr>
          <a:xfrm rot="-5334000">
            <a:off x="3384711" y="4795865"/>
            <a:ext cx="65955" cy="58978"/>
          </a:xfrm>
          <a:prstGeom prst="ellipse">
            <a:avLst/>
          </a:prstGeom>
          <a:solidFill>
            <a:srgbClr val="5C7788"/>
          </a:solidFill>
          <a:ln/>
        </p:spPr>
      </p:sp>
      <p:pic>
        <p:nvPicPr>
          <p:cNvPr id="460" name="Image 397" descr="preencoded.png"/>
          <p:cNvPicPr>
            <a:picLocks noChangeAspect="1"/>
          </p:cNvPicPr>
          <p:nvPr/>
        </p:nvPicPr>
        <p:blipFill>
          <a:blip r:embed="rId395"/>
          <a:stretch>
            <a:fillRect/>
          </a:stretch>
        </p:blipFill>
        <p:spPr>
          <a:xfrm>
            <a:off x="2808878" y="4822604"/>
            <a:ext cx="99681" cy="49840"/>
          </a:xfrm>
          <a:prstGeom prst="rect">
            <a:avLst/>
          </a:prstGeom>
        </p:spPr>
      </p:pic>
      <p:pic>
        <p:nvPicPr>
          <p:cNvPr id="461" name="Image 398" descr="preencoded.png"/>
          <p:cNvPicPr>
            <a:picLocks noChangeAspect="1"/>
          </p:cNvPicPr>
          <p:nvPr/>
        </p:nvPicPr>
        <p:blipFill>
          <a:blip r:embed="rId396"/>
          <a:stretch>
            <a:fillRect/>
          </a:stretch>
        </p:blipFill>
        <p:spPr>
          <a:xfrm>
            <a:off x="3193107" y="4847094"/>
            <a:ext cx="66453" cy="74760"/>
          </a:xfrm>
          <a:prstGeom prst="rect">
            <a:avLst/>
          </a:prstGeom>
        </p:spPr>
      </p:pic>
      <p:pic>
        <p:nvPicPr>
          <p:cNvPr id="462" name="Image 399" descr="preencoded.png"/>
          <p:cNvPicPr>
            <a:picLocks noChangeAspect="1"/>
          </p:cNvPicPr>
          <p:nvPr/>
        </p:nvPicPr>
        <p:blipFill>
          <a:blip r:embed="rId397"/>
          <a:stretch>
            <a:fillRect/>
          </a:stretch>
        </p:blipFill>
        <p:spPr>
          <a:xfrm>
            <a:off x="3449003" y="4847464"/>
            <a:ext cx="66453" cy="74760"/>
          </a:xfrm>
          <a:prstGeom prst="rect">
            <a:avLst/>
          </a:prstGeom>
        </p:spPr>
      </p:pic>
      <p:pic>
        <p:nvPicPr>
          <p:cNvPr id="463" name="Image 400" descr="preencoded.png"/>
          <p:cNvPicPr>
            <a:picLocks noChangeAspect="1"/>
          </p:cNvPicPr>
          <p:nvPr/>
        </p:nvPicPr>
        <p:blipFill>
          <a:blip r:embed="rId398"/>
          <a:stretch>
            <a:fillRect/>
          </a:stretch>
        </p:blipFill>
        <p:spPr>
          <a:xfrm>
            <a:off x="2809071" y="4871255"/>
            <a:ext cx="99681" cy="49840"/>
          </a:xfrm>
          <a:prstGeom prst="rect">
            <a:avLst/>
          </a:prstGeom>
        </p:spPr>
      </p:pic>
      <p:sp>
        <p:nvSpPr>
          <p:cNvPr id="464" name="Shape 61"/>
          <p:cNvSpPr/>
          <p:nvPr/>
        </p:nvSpPr>
        <p:spPr>
          <a:xfrm rot="36000">
            <a:off x="2696918" y="4879597"/>
            <a:ext cx="39041" cy="26914"/>
          </a:xfrm>
          <a:prstGeom prst="roundRect">
            <a:avLst/>
          </a:prstGeom>
          <a:solidFill>
            <a:srgbClr val="C8D1E4"/>
          </a:solidFill>
          <a:ln/>
        </p:spPr>
      </p:sp>
      <p:pic>
        <p:nvPicPr>
          <p:cNvPr id="465" name="Image 401" descr="preencoded.png"/>
          <p:cNvPicPr>
            <a:picLocks noChangeAspect="1"/>
          </p:cNvPicPr>
          <p:nvPr/>
        </p:nvPicPr>
        <p:blipFill>
          <a:blip r:embed="rId399"/>
          <a:stretch>
            <a:fillRect/>
          </a:stretch>
        </p:blipFill>
        <p:spPr>
          <a:xfrm>
            <a:off x="3248032" y="4889060"/>
            <a:ext cx="74760" cy="74760"/>
          </a:xfrm>
          <a:prstGeom prst="rect">
            <a:avLst/>
          </a:prstGeom>
        </p:spPr>
      </p:pic>
      <p:sp>
        <p:nvSpPr>
          <p:cNvPr id="466" name="Shape 62"/>
          <p:cNvSpPr/>
          <p:nvPr/>
        </p:nvSpPr>
        <p:spPr>
          <a:xfrm rot="2628000">
            <a:off x="3389612" y="4889648"/>
            <a:ext cx="66453" cy="68779"/>
          </a:xfrm>
          <a:prstGeom prst="roundRect">
            <a:avLst/>
          </a:prstGeom>
          <a:solidFill>
            <a:srgbClr val="B4C1D2"/>
          </a:solidFill>
          <a:ln/>
        </p:spPr>
      </p:sp>
      <p:pic>
        <p:nvPicPr>
          <p:cNvPr id="467" name="Image 402" descr="preencoded.png"/>
          <p:cNvPicPr>
            <a:picLocks noChangeAspect="1"/>
          </p:cNvPicPr>
          <p:nvPr/>
        </p:nvPicPr>
        <p:blipFill>
          <a:blip r:embed="rId400"/>
          <a:stretch>
            <a:fillRect/>
          </a:stretch>
        </p:blipFill>
        <p:spPr>
          <a:xfrm>
            <a:off x="3363422" y="4895552"/>
            <a:ext cx="16614" cy="16614"/>
          </a:xfrm>
          <a:prstGeom prst="rect">
            <a:avLst/>
          </a:prstGeom>
        </p:spPr>
      </p:pic>
      <p:pic>
        <p:nvPicPr>
          <p:cNvPr id="468" name="Image 403" descr="preencoded.png"/>
          <p:cNvPicPr>
            <a:picLocks noChangeAspect="1"/>
          </p:cNvPicPr>
          <p:nvPr/>
        </p:nvPicPr>
        <p:blipFill>
          <a:blip r:embed="rId401"/>
          <a:stretch>
            <a:fillRect/>
          </a:stretch>
        </p:blipFill>
        <p:spPr>
          <a:xfrm>
            <a:off x="2678145" y="4908089"/>
            <a:ext cx="107987" cy="215974"/>
          </a:xfrm>
          <a:prstGeom prst="rect">
            <a:avLst/>
          </a:prstGeom>
        </p:spPr>
      </p:pic>
      <p:pic>
        <p:nvPicPr>
          <p:cNvPr id="469" name="Image 404" descr="preencoded.png"/>
          <p:cNvPicPr>
            <a:picLocks noChangeAspect="1"/>
          </p:cNvPicPr>
          <p:nvPr/>
        </p:nvPicPr>
        <p:blipFill>
          <a:blip r:embed="rId402"/>
          <a:stretch>
            <a:fillRect/>
          </a:stretch>
        </p:blipFill>
        <p:spPr>
          <a:xfrm>
            <a:off x="7535479" y="4912491"/>
            <a:ext cx="290734" cy="398721"/>
          </a:xfrm>
          <a:prstGeom prst="rect">
            <a:avLst/>
          </a:prstGeom>
        </p:spPr>
      </p:pic>
      <p:pic>
        <p:nvPicPr>
          <p:cNvPr id="470" name="Image 405" descr="preencoded.png"/>
          <p:cNvPicPr>
            <a:picLocks noChangeAspect="1"/>
          </p:cNvPicPr>
          <p:nvPr/>
        </p:nvPicPr>
        <p:blipFill>
          <a:blip r:embed="rId403"/>
          <a:stretch>
            <a:fillRect/>
          </a:stretch>
        </p:blipFill>
        <p:spPr>
          <a:xfrm>
            <a:off x="2808901" y="4920221"/>
            <a:ext cx="99681" cy="41534"/>
          </a:xfrm>
          <a:prstGeom prst="rect">
            <a:avLst/>
          </a:prstGeom>
        </p:spPr>
      </p:pic>
      <p:pic>
        <p:nvPicPr>
          <p:cNvPr id="471" name="Image 406" descr="preencoded.png"/>
          <p:cNvPicPr>
            <a:picLocks noChangeAspect="1"/>
          </p:cNvPicPr>
          <p:nvPr/>
        </p:nvPicPr>
        <p:blipFill>
          <a:blip r:embed="rId404"/>
          <a:stretch>
            <a:fillRect/>
          </a:stretch>
        </p:blipFill>
        <p:spPr>
          <a:xfrm>
            <a:off x="3170565" y="4918771"/>
            <a:ext cx="99681" cy="107987"/>
          </a:xfrm>
          <a:prstGeom prst="rect">
            <a:avLst/>
          </a:prstGeom>
        </p:spPr>
      </p:pic>
      <p:pic>
        <p:nvPicPr>
          <p:cNvPr id="472" name="Image 407" descr="preencoded.png"/>
          <p:cNvPicPr>
            <a:picLocks noChangeAspect="1"/>
          </p:cNvPicPr>
          <p:nvPr/>
        </p:nvPicPr>
        <p:blipFill>
          <a:blip r:embed="rId405"/>
          <a:stretch>
            <a:fillRect/>
          </a:stretch>
        </p:blipFill>
        <p:spPr>
          <a:xfrm>
            <a:off x="3439505" y="4918991"/>
            <a:ext cx="99681" cy="107987"/>
          </a:xfrm>
          <a:prstGeom prst="rect">
            <a:avLst/>
          </a:prstGeom>
        </p:spPr>
      </p:pic>
      <p:pic>
        <p:nvPicPr>
          <p:cNvPr id="473" name="Image 408" descr="preencoded.png"/>
          <p:cNvPicPr>
            <a:picLocks noChangeAspect="1"/>
          </p:cNvPicPr>
          <p:nvPr/>
        </p:nvPicPr>
        <p:blipFill>
          <a:blip r:embed="rId406"/>
          <a:stretch>
            <a:fillRect/>
          </a:stretch>
        </p:blipFill>
        <p:spPr>
          <a:xfrm>
            <a:off x="7733909" y="4923503"/>
            <a:ext cx="83067" cy="83067"/>
          </a:xfrm>
          <a:prstGeom prst="rect">
            <a:avLst/>
          </a:prstGeom>
        </p:spPr>
      </p:pic>
      <p:sp>
        <p:nvSpPr>
          <p:cNvPr id="474" name="Shape 63"/>
          <p:cNvSpPr/>
          <p:nvPr/>
        </p:nvSpPr>
        <p:spPr>
          <a:xfrm rot="-4290000">
            <a:off x="3318508" y="4928606"/>
            <a:ext cx="73265" cy="70441"/>
          </a:xfrm>
          <a:prstGeom prst="ellipse">
            <a:avLst/>
          </a:prstGeom>
          <a:solidFill>
            <a:srgbClr val="C5DBF0"/>
          </a:solidFill>
          <a:ln/>
        </p:spPr>
      </p:sp>
      <p:pic>
        <p:nvPicPr>
          <p:cNvPr id="475" name="Image 409" descr="preencoded.png"/>
          <p:cNvPicPr>
            <a:picLocks noChangeAspect="1"/>
          </p:cNvPicPr>
          <p:nvPr/>
        </p:nvPicPr>
        <p:blipFill>
          <a:blip r:embed="rId407"/>
          <a:stretch>
            <a:fillRect/>
          </a:stretch>
        </p:blipFill>
        <p:spPr>
          <a:xfrm>
            <a:off x="6005056" y="4929253"/>
            <a:ext cx="440254" cy="523321"/>
          </a:xfrm>
          <a:prstGeom prst="rect">
            <a:avLst/>
          </a:prstGeom>
        </p:spPr>
      </p:pic>
      <p:sp>
        <p:nvSpPr>
          <p:cNvPr id="476" name="Shape 64"/>
          <p:cNvSpPr/>
          <p:nvPr/>
        </p:nvSpPr>
        <p:spPr>
          <a:xfrm>
            <a:off x="6889635" y="4952696"/>
            <a:ext cx="23923" cy="63629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477" name="Image 410" descr="preencoded.png"/>
          <p:cNvPicPr>
            <a:picLocks noChangeAspect="1"/>
          </p:cNvPicPr>
          <p:nvPr/>
        </p:nvPicPr>
        <p:blipFill>
          <a:blip r:embed="rId408"/>
          <a:stretch>
            <a:fillRect/>
          </a:stretch>
        </p:blipFill>
        <p:spPr>
          <a:xfrm>
            <a:off x="2944195" y="4957065"/>
            <a:ext cx="83067" cy="41534"/>
          </a:xfrm>
          <a:prstGeom prst="rect">
            <a:avLst/>
          </a:prstGeom>
        </p:spPr>
      </p:pic>
      <p:pic>
        <p:nvPicPr>
          <p:cNvPr id="478" name="Image 411" descr="preencoded.png"/>
          <p:cNvPicPr>
            <a:picLocks noChangeAspect="1"/>
          </p:cNvPicPr>
          <p:nvPr/>
        </p:nvPicPr>
        <p:blipFill>
          <a:blip r:embed="rId409"/>
          <a:stretch>
            <a:fillRect/>
          </a:stretch>
        </p:blipFill>
        <p:spPr>
          <a:xfrm>
            <a:off x="3230373" y="4955924"/>
            <a:ext cx="249201" cy="107987"/>
          </a:xfrm>
          <a:prstGeom prst="rect">
            <a:avLst/>
          </a:prstGeom>
        </p:spPr>
      </p:pic>
      <p:pic>
        <p:nvPicPr>
          <p:cNvPr id="479" name="Image 412" descr="preencoded.png"/>
          <p:cNvPicPr>
            <a:picLocks noChangeAspect="1"/>
          </p:cNvPicPr>
          <p:nvPr/>
        </p:nvPicPr>
        <p:blipFill>
          <a:blip r:embed="rId410"/>
          <a:stretch>
            <a:fillRect/>
          </a:stretch>
        </p:blipFill>
        <p:spPr>
          <a:xfrm>
            <a:off x="2809452" y="4968764"/>
            <a:ext cx="99681" cy="41534"/>
          </a:xfrm>
          <a:prstGeom prst="rect">
            <a:avLst/>
          </a:prstGeom>
        </p:spPr>
      </p:pic>
      <p:sp>
        <p:nvSpPr>
          <p:cNvPr id="480" name="Shape 65"/>
          <p:cNvSpPr/>
          <p:nvPr/>
        </p:nvSpPr>
        <p:spPr>
          <a:xfrm rot="-1884000">
            <a:off x="6792031" y="4980356"/>
            <a:ext cx="24255" cy="64793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481" name="Shape 66"/>
          <p:cNvSpPr/>
          <p:nvPr/>
        </p:nvSpPr>
        <p:spPr>
          <a:xfrm rot="1770000">
            <a:off x="6985909" y="4982599"/>
            <a:ext cx="25252" cy="62466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482" name="Image 413" descr="preencoded.png"/>
          <p:cNvPicPr>
            <a:picLocks noChangeAspect="1"/>
          </p:cNvPicPr>
          <p:nvPr/>
        </p:nvPicPr>
        <p:blipFill>
          <a:blip r:embed="rId411"/>
          <a:stretch>
            <a:fillRect/>
          </a:stretch>
        </p:blipFill>
        <p:spPr>
          <a:xfrm>
            <a:off x="3293833" y="4999955"/>
            <a:ext cx="124601" cy="99681"/>
          </a:xfrm>
          <a:prstGeom prst="rect">
            <a:avLst/>
          </a:prstGeom>
        </p:spPr>
      </p:pic>
      <p:pic>
        <p:nvPicPr>
          <p:cNvPr id="483" name="Image 414" descr="preencoded.png"/>
          <p:cNvPicPr>
            <a:picLocks noChangeAspect="1"/>
          </p:cNvPicPr>
          <p:nvPr/>
        </p:nvPicPr>
        <p:blipFill>
          <a:blip r:embed="rId412"/>
          <a:stretch>
            <a:fillRect/>
          </a:stretch>
        </p:blipFill>
        <p:spPr>
          <a:xfrm>
            <a:off x="6335238" y="4998610"/>
            <a:ext cx="33227" cy="74760"/>
          </a:xfrm>
          <a:prstGeom prst="rect">
            <a:avLst/>
          </a:prstGeom>
        </p:spPr>
      </p:pic>
      <p:pic>
        <p:nvPicPr>
          <p:cNvPr id="484" name="Image 415" descr="preencoded.png"/>
          <p:cNvPicPr>
            <a:picLocks noChangeAspect="1"/>
          </p:cNvPicPr>
          <p:nvPr/>
        </p:nvPicPr>
        <p:blipFill>
          <a:blip r:embed="rId413"/>
          <a:stretch>
            <a:fillRect/>
          </a:stretch>
        </p:blipFill>
        <p:spPr>
          <a:xfrm>
            <a:off x="2944281" y="5004081"/>
            <a:ext cx="83067" cy="41534"/>
          </a:xfrm>
          <a:prstGeom prst="rect">
            <a:avLst/>
          </a:prstGeom>
        </p:spPr>
      </p:pic>
      <p:pic>
        <p:nvPicPr>
          <p:cNvPr id="485" name="Image 416" descr="preencoded.png"/>
          <p:cNvPicPr>
            <a:picLocks noChangeAspect="1"/>
          </p:cNvPicPr>
          <p:nvPr/>
        </p:nvPicPr>
        <p:blipFill>
          <a:blip r:embed="rId414"/>
          <a:stretch>
            <a:fillRect/>
          </a:stretch>
        </p:blipFill>
        <p:spPr>
          <a:xfrm>
            <a:off x="6767269" y="5041336"/>
            <a:ext cx="274121" cy="307347"/>
          </a:xfrm>
          <a:prstGeom prst="rect">
            <a:avLst/>
          </a:prstGeom>
        </p:spPr>
      </p:pic>
      <p:pic>
        <p:nvPicPr>
          <p:cNvPr id="486" name="Image 417" descr="preencoded.png"/>
          <p:cNvPicPr>
            <a:picLocks noChangeAspect="1"/>
          </p:cNvPicPr>
          <p:nvPr/>
        </p:nvPicPr>
        <p:blipFill>
          <a:blip r:embed="rId415"/>
          <a:stretch>
            <a:fillRect/>
          </a:stretch>
        </p:blipFill>
        <p:spPr>
          <a:xfrm>
            <a:off x="2945756" y="5052646"/>
            <a:ext cx="74760" cy="66453"/>
          </a:xfrm>
          <a:prstGeom prst="rect">
            <a:avLst/>
          </a:prstGeom>
        </p:spPr>
      </p:pic>
      <p:pic>
        <p:nvPicPr>
          <p:cNvPr id="487" name="Image 418" descr="preencoded.png"/>
          <p:cNvPicPr>
            <a:picLocks noChangeAspect="1"/>
          </p:cNvPicPr>
          <p:nvPr/>
        </p:nvPicPr>
        <p:blipFill>
          <a:blip r:embed="rId416"/>
          <a:stretch>
            <a:fillRect/>
          </a:stretch>
        </p:blipFill>
        <p:spPr>
          <a:xfrm>
            <a:off x="6777923" y="5052783"/>
            <a:ext cx="249201" cy="290734"/>
          </a:xfrm>
          <a:prstGeom prst="rect">
            <a:avLst/>
          </a:prstGeom>
        </p:spPr>
      </p:pic>
      <p:sp>
        <p:nvSpPr>
          <p:cNvPr id="488" name="Shape 67"/>
          <p:cNvSpPr/>
          <p:nvPr/>
        </p:nvSpPr>
        <p:spPr>
          <a:xfrm rot="-1908000">
            <a:off x="7036580" y="5076382"/>
            <a:ext cx="62798" cy="21265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489" name="Shape 68"/>
          <p:cNvSpPr/>
          <p:nvPr/>
        </p:nvSpPr>
        <p:spPr>
          <a:xfrm rot="1626000">
            <a:off x="6705475" y="5075717"/>
            <a:ext cx="61802" cy="22927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490" name="Image 419" descr="preencoded.png"/>
          <p:cNvPicPr>
            <a:picLocks noChangeAspect="1"/>
          </p:cNvPicPr>
          <p:nvPr/>
        </p:nvPicPr>
        <p:blipFill>
          <a:blip r:embed="rId417"/>
          <a:stretch>
            <a:fillRect/>
          </a:stretch>
        </p:blipFill>
        <p:spPr>
          <a:xfrm>
            <a:off x="2739816" y="5070179"/>
            <a:ext cx="16614" cy="16614"/>
          </a:xfrm>
          <a:prstGeom prst="rect">
            <a:avLst/>
          </a:prstGeom>
        </p:spPr>
      </p:pic>
      <p:sp>
        <p:nvSpPr>
          <p:cNvPr id="491" name="Shape 69"/>
          <p:cNvSpPr/>
          <p:nvPr/>
        </p:nvSpPr>
        <p:spPr>
          <a:xfrm rot="-48000">
            <a:off x="7062746" y="5169998"/>
            <a:ext cx="63795" cy="26083"/>
          </a:xfrm>
          <a:prstGeom prst="ellipse">
            <a:avLst/>
          </a:prstGeom>
          <a:solidFill>
            <a:srgbClr val="C09D73"/>
          </a:solidFill>
          <a:ln/>
        </p:spPr>
      </p:sp>
      <p:sp>
        <p:nvSpPr>
          <p:cNvPr id="492" name="Shape 70"/>
          <p:cNvSpPr/>
          <p:nvPr/>
        </p:nvSpPr>
        <p:spPr>
          <a:xfrm rot="18000">
            <a:off x="6678811" y="5171743"/>
            <a:ext cx="60638" cy="22096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493" name="Image 420" descr="preencoded.png"/>
          <p:cNvPicPr>
            <a:picLocks noChangeAspect="1"/>
          </p:cNvPicPr>
          <p:nvPr/>
        </p:nvPicPr>
        <p:blipFill>
          <a:blip r:embed="rId418"/>
          <a:stretch>
            <a:fillRect/>
          </a:stretch>
        </p:blipFill>
        <p:spPr>
          <a:xfrm>
            <a:off x="6768108" y="5173626"/>
            <a:ext cx="207668" cy="282427"/>
          </a:xfrm>
          <a:prstGeom prst="rect">
            <a:avLst/>
          </a:prstGeom>
        </p:spPr>
      </p:pic>
      <p:sp>
        <p:nvSpPr>
          <p:cNvPr id="494" name="Shape 71"/>
          <p:cNvSpPr/>
          <p:nvPr/>
        </p:nvSpPr>
        <p:spPr>
          <a:xfrm>
            <a:off x="9998744" y="5212030"/>
            <a:ext cx="78747" cy="78747"/>
          </a:xfrm>
          <a:prstGeom prst="ellipse">
            <a:avLst/>
          </a:prstGeom>
          <a:solidFill>
            <a:srgbClr val="D8DFB2"/>
          </a:solidFill>
          <a:ln/>
        </p:spPr>
      </p:sp>
      <p:pic>
        <p:nvPicPr>
          <p:cNvPr id="495" name="Image 421" descr="preencoded.png"/>
          <p:cNvPicPr>
            <a:picLocks noChangeAspect="1"/>
          </p:cNvPicPr>
          <p:nvPr/>
        </p:nvPicPr>
        <p:blipFill>
          <a:blip r:embed="rId419"/>
          <a:stretch>
            <a:fillRect/>
          </a:stretch>
        </p:blipFill>
        <p:spPr>
          <a:xfrm>
            <a:off x="9470425" y="5217597"/>
            <a:ext cx="83067" cy="83067"/>
          </a:xfrm>
          <a:prstGeom prst="rect">
            <a:avLst/>
          </a:prstGeom>
        </p:spPr>
      </p:pic>
      <p:sp>
        <p:nvSpPr>
          <p:cNvPr id="496" name="Shape 72"/>
          <p:cNvSpPr/>
          <p:nvPr/>
        </p:nvSpPr>
        <p:spPr>
          <a:xfrm>
            <a:off x="9771307" y="5251321"/>
            <a:ext cx="71271" cy="71271"/>
          </a:xfrm>
          <a:prstGeom prst="ellipse">
            <a:avLst/>
          </a:prstGeom>
          <a:solidFill>
            <a:srgbClr val="B4C1D2"/>
          </a:solidFill>
          <a:ln/>
        </p:spPr>
      </p:sp>
      <p:sp>
        <p:nvSpPr>
          <p:cNvPr id="497" name="Shape 73"/>
          <p:cNvSpPr/>
          <p:nvPr/>
        </p:nvSpPr>
        <p:spPr>
          <a:xfrm rot="1962000">
            <a:off x="7036414" y="5269429"/>
            <a:ext cx="61137" cy="21432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498" name="Shape 74"/>
          <p:cNvSpPr/>
          <p:nvPr/>
        </p:nvSpPr>
        <p:spPr>
          <a:xfrm rot="-1878000">
            <a:off x="6706057" y="5271174"/>
            <a:ext cx="62633" cy="21265"/>
          </a:xfrm>
          <a:prstGeom prst="roundRect">
            <a:avLst/>
          </a:prstGeom>
          <a:solidFill>
            <a:srgbClr val="D65C4B"/>
          </a:solidFill>
          <a:ln/>
        </p:spPr>
      </p:sp>
      <p:sp>
        <p:nvSpPr>
          <p:cNvPr id="499" name="Shape 75"/>
          <p:cNvSpPr/>
          <p:nvPr/>
        </p:nvSpPr>
        <p:spPr>
          <a:xfrm rot="18000">
            <a:off x="9317762" y="5331148"/>
            <a:ext cx="113303" cy="19770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00" name="Shape 76"/>
          <p:cNvSpPr/>
          <p:nvPr/>
        </p:nvSpPr>
        <p:spPr>
          <a:xfrm>
            <a:off x="9865421" y="5335551"/>
            <a:ext cx="126926" cy="126926"/>
          </a:xfrm>
          <a:prstGeom prst="ellipse">
            <a:avLst/>
          </a:prstGeom>
          <a:solidFill>
            <a:srgbClr val="7794C0"/>
          </a:solidFill>
          <a:ln/>
        </p:spPr>
      </p:sp>
      <p:sp>
        <p:nvSpPr>
          <p:cNvPr id="501" name="Shape 77"/>
          <p:cNvSpPr/>
          <p:nvPr/>
        </p:nvSpPr>
        <p:spPr>
          <a:xfrm rot="-18000">
            <a:off x="3027940" y="5345270"/>
            <a:ext cx="56652" cy="187399"/>
          </a:xfrm>
          <a:prstGeom prst="roundRect">
            <a:avLst/>
          </a:prstGeom>
          <a:solidFill>
            <a:srgbClr val="D8DFB2"/>
          </a:solidFill>
          <a:ln/>
        </p:spPr>
      </p:sp>
      <p:sp>
        <p:nvSpPr>
          <p:cNvPr id="502" name="Shape 78"/>
          <p:cNvSpPr/>
          <p:nvPr/>
        </p:nvSpPr>
        <p:spPr>
          <a:xfrm rot="6000">
            <a:off x="9318758" y="5376087"/>
            <a:ext cx="200523" cy="19105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03" name="Shape 79"/>
          <p:cNvSpPr/>
          <p:nvPr/>
        </p:nvSpPr>
        <p:spPr>
          <a:xfrm rot="18000">
            <a:off x="3120393" y="5390874"/>
            <a:ext cx="56320" cy="142377"/>
          </a:xfrm>
          <a:prstGeom prst="roundRect">
            <a:avLst/>
          </a:prstGeom>
          <a:solidFill>
            <a:srgbClr val="98C3A2"/>
          </a:solidFill>
          <a:ln/>
        </p:spPr>
      </p:sp>
      <p:sp>
        <p:nvSpPr>
          <p:cNvPr id="504" name="Shape 80"/>
          <p:cNvSpPr/>
          <p:nvPr/>
        </p:nvSpPr>
        <p:spPr>
          <a:xfrm rot="-6870000">
            <a:off x="7320835" y="5402336"/>
            <a:ext cx="37878" cy="3422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5" name="Shape 81"/>
          <p:cNvSpPr/>
          <p:nvPr/>
        </p:nvSpPr>
        <p:spPr>
          <a:xfrm>
            <a:off x="10061210" y="5410643"/>
            <a:ext cx="74760" cy="74760"/>
          </a:xfrm>
          <a:prstGeom prst="ellipse">
            <a:avLst/>
          </a:prstGeom>
          <a:solidFill>
            <a:srgbClr val="ACC6C1"/>
          </a:solidFill>
          <a:ln/>
        </p:spPr>
      </p:sp>
      <p:pic>
        <p:nvPicPr>
          <p:cNvPr id="506" name="Image 422" descr="preencoded.png"/>
          <p:cNvPicPr>
            <a:picLocks noChangeAspect="1"/>
          </p:cNvPicPr>
          <p:nvPr/>
        </p:nvPicPr>
        <p:blipFill>
          <a:blip r:embed="rId420"/>
          <a:stretch>
            <a:fillRect/>
          </a:stretch>
        </p:blipFill>
        <p:spPr>
          <a:xfrm>
            <a:off x="7830333" y="5417427"/>
            <a:ext cx="33227" cy="24920"/>
          </a:xfrm>
          <a:prstGeom prst="rect">
            <a:avLst/>
          </a:prstGeom>
        </p:spPr>
      </p:pic>
      <p:sp>
        <p:nvSpPr>
          <p:cNvPr id="507" name="Shape 82"/>
          <p:cNvSpPr/>
          <p:nvPr/>
        </p:nvSpPr>
        <p:spPr>
          <a:xfrm rot="6000">
            <a:off x="9317513" y="5420029"/>
            <a:ext cx="201686" cy="18607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508" name="Shape 83"/>
          <p:cNvSpPr/>
          <p:nvPr/>
        </p:nvSpPr>
        <p:spPr>
          <a:xfrm rot="-10464000">
            <a:off x="7942840" y="5421525"/>
            <a:ext cx="34722" cy="24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9" name="Image 423" descr="preencoded.png"/>
          <p:cNvPicPr>
            <a:picLocks noChangeAspect="1"/>
          </p:cNvPicPr>
          <p:nvPr/>
        </p:nvPicPr>
        <p:blipFill>
          <a:blip r:embed="rId421"/>
          <a:stretch>
            <a:fillRect/>
          </a:stretch>
        </p:blipFill>
        <p:spPr>
          <a:xfrm>
            <a:off x="7676842" y="5420499"/>
            <a:ext cx="41534" cy="24920"/>
          </a:xfrm>
          <a:prstGeom prst="rect">
            <a:avLst/>
          </a:prstGeom>
        </p:spPr>
      </p:pic>
      <p:sp>
        <p:nvSpPr>
          <p:cNvPr id="510" name="Shape 84"/>
          <p:cNvSpPr/>
          <p:nvPr/>
        </p:nvSpPr>
        <p:spPr>
          <a:xfrm>
            <a:off x="2936150" y="5425762"/>
            <a:ext cx="56984" cy="106824"/>
          </a:xfrm>
          <a:prstGeom prst="roundRect">
            <a:avLst/>
          </a:prstGeom>
          <a:solidFill>
            <a:srgbClr val="F5D47A"/>
          </a:solidFill>
          <a:ln/>
        </p:spPr>
      </p:sp>
      <p:pic>
        <p:nvPicPr>
          <p:cNvPr id="511" name="Image 424" descr="preencoded.png"/>
          <p:cNvPicPr>
            <a:picLocks noChangeAspect="1"/>
          </p:cNvPicPr>
          <p:nvPr/>
        </p:nvPicPr>
        <p:blipFill>
          <a:blip r:embed="rId422"/>
          <a:stretch>
            <a:fillRect/>
          </a:stretch>
        </p:blipFill>
        <p:spPr>
          <a:xfrm>
            <a:off x="6191462" y="5431664"/>
            <a:ext cx="382108" cy="16614"/>
          </a:xfrm>
          <a:prstGeom prst="rect">
            <a:avLst/>
          </a:prstGeom>
        </p:spPr>
      </p:pic>
      <p:sp>
        <p:nvSpPr>
          <p:cNvPr id="512" name="Shape 85"/>
          <p:cNvSpPr/>
          <p:nvPr/>
        </p:nvSpPr>
        <p:spPr>
          <a:xfrm rot="-6000">
            <a:off x="9316599" y="5463141"/>
            <a:ext cx="203348" cy="18441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13" name="Shape 86"/>
          <p:cNvSpPr/>
          <p:nvPr/>
        </p:nvSpPr>
        <p:spPr>
          <a:xfrm rot="-4158000">
            <a:off x="9731518" y="5468291"/>
            <a:ext cx="87054" cy="83897"/>
          </a:xfrm>
          <a:prstGeom prst="ellipse">
            <a:avLst/>
          </a:prstGeom>
          <a:solidFill>
            <a:srgbClr val="F5D47A"/>
          </a:solidFill>
          <a:ln/>
        </p:spPr>
      </p:sp>
      <p:sp>
        <p:nvSpPr>
          <p:cNvPr id="514" name="Shape 87"/>
          <p:cNvSpPr/>
          <p:nvPr/>
        </p:nvSpPr>
        <p:spPr>
          <a:xfrm rot="-10614000">
            <a:off x="7953971" y="5470701"/>
            <a:ext cx="51169" cy="270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5" name="Shape 88"/>
          <p:cNvSpPr/>
          <p:nvPr/>
        </p:nvSpPr>
        <p:spPr>
          <a:xfrm rot="12000">
            <a:off x="7339774" y="5477179"/>
            <a:ext cx="52000" cy="18441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516" name="Shape 89"/>
          <p:cNvSpPr/>
          <p:nvPr/>
        </p:nvSpPr>
        <p:spPr>
          <a:xfrm rot="12000">
            <a:off x="9318842" y="5506004"/>
            <a:ext cx="120447" cy="18774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517" name="Shape 90"/>
          <p:cNvSpPr/>
          <p:nvPr/>
        </p:nvSpPr>
        <p:spPr>
          <a:xfrm rot="-5838000">
            <a:off x="9941511" y="5529844"/>
            <a:ext cx="77252" cy="72933"/>
          </a:xfrm>
          <a:prstGeom prst="ellipse">
            <a:avLst/>
          </a:prstGeom>
          <a:solidFill>
            <a:srgbClr val="98C3A2"/>
          </a:solidFill>
          <a:ln/>
        </p:spPr>
      </p:sp>
      <p:pic>
        <p:nvPicPr>
          <p:cNvPr id="518" name="Image 425" descr="preencoded.png"/>
          <p:cNvPicPr>
            <a:picLocks noChangeAspect="1"/>
          </p:cNvPicPr>
          <p:nvPr/>
        </p:nvPicPr>
        <p:blipFill>
          <a:blip r:embed="rId423"/>
          <a:stretch>
            <a:fillRect/>
          </a:stretch>
        </p:blipFill>
        <p:spPr>
          <a:xfrm>
            <a:off x="9766109" y="2190805"/>
            <a:ext cx="407028" cy="199360"/>
          </a:xfrm>
          <a:prstGeom prst="rect">
            <a:avLst/>
          </a:prstGeom>
        </p:spPr>
      </p:pic>
      <p:pic>
        <p:nvPicPr>
          <p:cNvPr id="519" name="Image 426" descr="preencoded.png"/>
          <p:cNvPicPr>
            <a:picLocks noChangeAspect="1"/>
          </p:cNvPicPr>
          <p:nvPr/>
        </p:nvPicPr>
        <p:blipFill>
          <a:blip r:embed="rId424"/>
          <a:stretch>
            <a:fillRect/>
          </a:stretch>
        </p:blipFill>
        <p:spPr>
          <a:xfrm>
            <a:off x="9369169" y="2287910"/>
            <a:ext cx="224280" cy="157827"/>
          </a:xfrm>
          <a:prstGeom prst="rect">
            <a:avLst/>
          </a:prstGeom>
        </p:spPr>
      </p:pic>
      <p:pic>
        <p:nvPicPr>
          <p:cNvPr id="520" name="Image 427" descr="preencoded.png"/>
          <p:cNvPicPr>
            <a:picLocks noChangeAspect="1"/>
          </p:cNvPicPr>
          <p:nvPr/>
        </p:nvPicPr>
        <p:blipFill>
          <a:blip r:embed="rId425"/>
          <a:stretch>
            <a:fillRect/>
          </a:stretch>
        </p:blipFill>
        <p:spPr>
          <a:xfrm>
            <a:off x="9178107" y="2280423"/>
            <a:ext cx="440254" cy="290734"/>
          </a:xfrm>
          <a:prstGeom prst="rect">
            <a:avLst/>
          </a:prstGeom>
        </p:spPr>
      </p:pic>
      <p:pic>
        <p:nvPicPr>
          <p:cNvPr id="521" name="Image 428" descr="preencoded.png"/>
          <p:cNvPicPr>
            <a:picLocks noChangeAspect="1"/>
          </p:cNvPicPr>
          <p:nvPr/>
        </p:nvPicPr>
        <p:blipFill>
          <a:blip r:embed="rId426"/>
          <a:stretch>
            <a:fillRect/>
          </a:stretch>
        </p:blipFill>
        <p:spPr>
          <a:xfrm>
            <a:off x="6871859" y="3651453"/>
            <a:ext cx="16614" cy="24920"/>
          </a:xfrm>
          <a:prstGeom prst="rect">
            <a:avLst/>
          </a:prstGeom>
        </p:spPr>
      </p:pic>
      <p:pic>
        <p:nvPicPr>
          <p:cNvPr id="522" name="Image 429" descr="preencoded.png"/>
          <p:cNvPicPr>
            <a:picLocks noChangeAspect="1"/>
          </p:cNvPicPr>
          <p:nvPr/>
        </p:nvPicPr>
        <p:blipFill>
          <a:blip r:embed="rId427"/>
          <a:stretch>
            <a:fillRect/>
          </a:stretch>
        </p:blipFill>
        <p:spPr>
          <a:xfrm>
            <a:off x="3260305" y="1812225"/>
            <a:ext cx="207668" cy="174440"/>
          </a:xfrm>
          <a:prstGeom prst="rect">
            <a:avLst/>
          </a:prstGeom>
        </p:spPr>
      </p:pic>
      <p:sp>
        <p:nvSpPr>
          <p:cNvPr id="523" name="Shape 91"/>
          <p:cNvSpPr/>
          <p:nvPr/>
        </p:nvSpPr>
        <p:spPr>
          <a:xfrm>
            <a:off x="2800835" y="1861362"/>
            <a:ext cx="81073" cy="81073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24" name="Image 430" descr="preencoded.png"/>
          <p:cNvPicPr>
            <a:picLocks noChangeAspect="1"/>
          </p:cNvPicPr>
          <p:nvPr/>
        </p:nvPicPr>
        <p:blipFill>
          <a:blip r:embed="rId428"/>
          <a:stretch>
            <a:fillRect/>
          </a:stretch>
        </p:blipFill>
        <p:spPr>
          <a:xfrm>
            <a:off x="9273732" y="1868423"/>
            <a:ext cx="149520" cy="107987"/>
          </a:xfrm>
          <a:prstGeom prst="rect">
            <a:avLst/>
          </a:prstGeom>
        </p:spPr>
      </p:pic>
      <p:pic>
        <p:nvPicPr>
          <p:cNvPr id="525" name="Image 431" descr="preencoded.png"/>
          <p:cNvPicPr>
            <a:picLocks noChangeAspect="1"/>
          </p:cNvPicPr>
          <p:nvPr/>
        </p:nvPicPr>
        <p:blipFill>
          <a:blip r:embed="rId429"/>
          <a:stretch>
            <a:fillRect/>
          </a:stretch>
        </p:blipFill>
        <p:spPr>
          <a:xfrm>
            <a:off x="9533092" y="1867096"/>
            <a:ext cx="149520" cy="83067"/>
          </a:xfrm>
          <a:prstGeom prst="rect">
            <a:avLst/>
          </a:prstGeom>
        </p:spPr>
      </p:pic>
      <p:sp>
        <p:nvSpPr>
          <p:cNvPr id="526" name="Shape 92"/>
          <p:cNvSpPr/>
          <p:nvPr/>
        </p:nvSpPr>
        <p:spPr>
          <a:xfrm>
            <a:off x="9805281" y="1869835"/>
            <a:ext cx="24089" cy="134901"/>
          </a:xfrm>
          <a:prstGeom prst="roundRect">
            <a:avLst/>
          </a:prstGeom>
          <a:solidFill>
            <a:srgbClr val="010101"/>
          </a:solidFill>
          <a:ln/>
        </p:spPr>
      </p:sp>
      <p:sp>
        <p:nvSpPr>
          <p:cNvPr id="527" name="Shape 93"/>
          <p:cNvSpPr/>
          <p:nvPr/>
        </p:nvSpPr>
        <p:spPr>
          <a:xfrm rot="-6000">
            <a:off x="9912272" y="1870251"/>
            <a:ext cx="27080" cy="135897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528" name="Image 432" descr="preencoded.png"/>
          <p:cNvPicPr>
            <a:picLocks noChangeAspect="1"/>
          </p:cNvPicPr>
          <p:nvPr/>
        </p:nvPicPr>
        <p:blipFill>
          <a:blip r:embed="rId430"/>
          <a:stretch>
            <a:fillRect/>
          </a:stretch>
        </p:blipFill>
        <p:spPr>
          <a:xfrm>
            <a:off x="10010541" y="1867919"/>
            <a:ext cx="41534" cy="107987"/>
          </a:xfrm>
          <a:prstGeom prst="rect">
            <a:avLst/>
          </a:prstGeom>
        </p:spPr>
      </p:pic>
      <p:pic>
        <p:nvPicPr>
          <p:cNvPr id="529" name="Image 433" descr="preencoded.png"/>
          <p:cNvPicPr>
            <a:picLocks noChangeAspect="1"/>
          </p:cNvPicPr>
          <p:nvPr/>
        </p:nvPicPr>
        <p:blipFill>
          <a:blip r:embed="rId431"/>
          <a:stretch>
            <a:fillRect/>
          </a:stretch>
        </p:blipFill>
        <p:spPr>
          <a:xfrm>
            <a:off x="9721352" y="1871663"/>
            <a:ext cx="83067" cy="132907"/>
          </a:xfrm>
          <a:prstGeom prst="rect">
            <a:avLst/>
          </a:prstGeom>
        </p:spPr>
      </p:pic>
      <p:pic>
        <p:nvPicPr>
          <p:cNvPr id="530" name="Image 434" descr="preencoded.png"/>
          <p:cNvPicPr>
            <a:picLocks noChangeAspect="1"/>
          </p:cNvPicPr>
          <p:nvPr/>
        </p:nvPicPr>
        <p:blipFill>
          <a:blip r:embed="rId432"/>
          <a:stretch>
            <a:fillRect/>
          </a:stretch>
        </p:blipFill>
        <p:spPr>
          <a:xfrm>
            <a:off x="9200547" y="1873407"/>
            <a:ext cx="74760" cy="74760"/>
          </a:xfrm>
          <a:prstGeom prst="rect">
            <a:avLst/>
          </a:prstGeom>
        </p:spPr>
      </p:pic>
      <p:pic>
        <p:nvPicPr>
          <p:cNvPr id="531" name="Image 435" descr="preencoded.png"/>
          <p:cNvPicPr>
            <a:picLocks noChangeAspect="1"/>
          </p:cNvPicPr>
          <p:nvPr/>
        </p:nvPicPr>
        <p:blipFill>
          <a:blip r:embed="rId433"/>
          <a:stretch>
            <a:fillRect/>
          </a:stretch>
        </p:blipFill>
        <p:spPr>
          <a:xfrm>
            <a:off x="9460580" y="1875649"/>
            <a:ext cx="74760" cy="74760"/>
          </a:xfrm>
          <a:prstGeom prst="rect">
            <a:avLst/>
          </a:prstGeom>
        </p:spPr>
      </p:pic>
      <p:pic>
        <p:nvPicPr>
          <p:cNvPr id="532" name="Image 436" descr="preencoded.png"/>
          <p:cNvPicPr>
            <a:picLocks noChangeAspect="1"/>
          </p:cNvPicPr>
          <p:nvPr/>
        </p:nvPicPr>
        <p:blipFill>
          <a:blip r:embed="rId434"/>
          <a:stretch>
            <a:fillRect/>
          </a:stretch>
        </p:blipFill>
        <p:spPr>
          <a:xfrm>
            <a:off x="9836846" y="1878059"/>
            <a:ext cx="74760" cy="99681"/>
          </a:xfrm>
          <a:prstGeom prst="rect">
            <a:avLst/>
          </a:prstGeom>
        </p:spPr>
      </p:pic>
      <p:pic>
        <p:nvPicPr>
          <p:cNvPr id="533" name="Image 437" descr="preencoded.png"/>
          <p:cNvPicPr>
            <a:picLocks noChangeAspect="1"/>
          </p:cNvPicPr>
          <p:nvPr/>
        </p:nvPicPr>
        <p:blipFill>
          <a:blip r:embed="rId435"/>
          <a:stretch>
            <a:fillRect/>
          </a:stretch>
        </p:blipFill>
        <p:spPr>
          <a:xfrm>
            <a:off x="9948387" y="1876476"/>
            <a:ext cx="215974" cy="83067"/>
          </a:xfrm>
          <a:prstGeom prst="rect">
            <a:avLst/>
          </a:prstGeom>
        </p:spPr>
      </p:pic>
      <p:pic>
        <p:nvPicPr>
          <p:cNvPr id="534" name="Image 438" descr="preencoded.png"/>
          <p:cNvPicPr>
            <a:picLocks noChangeAspect="1"/>
          </p:cNvPicPr>
          <p:nvPr/>
        </p:nvPicPr>
        <p:blipFill>
          <a:blip r:embed="rId436"/>
          <a:stretch>
            <a:fillRect/>
          </a:stretch>
        </p:blipFill>
        <p:spPr>
          <a:xfrm>
            <a:off x="849010" y="1902150"/>
            <a:ext cx="99681" cy="141214"/>
          </a:xfrm>
          <a:prstGeom prst="rect">
            <a:avLst/>
          </a:prstGeom>
        </p:spPr>
      </p:pic>
      <p:pic>
        <p:nvPicPr>
          <p:cNvPr id="535" name="Image 439" descr="preencoded.png"/>
          <p:cNvPicPr>
            <a:picLocks noChangeAspect="1"/>
          </p:cNvPicPr>
          <p:nvPr/>
        </p:nvPicPr>
        <p:blipFill>
          <a:blip r:embed="rId437"/>
          <a:stretch>
            <a:fillRect/>
          </a:stretch>
        </p:blipFill>
        <p:spPr>
          <a:xfrm>
            <a:off x="9328144" y="1930968"/>
            <a:ext cx="99681" cy="74760"/>
          </a:xfrm>
          <a:prstGeom prst="rect">
            <a:avLst/>
          </a:prstGeom>
        </p:spPr>
      </p:pic>
      <p:pic>
        <p:nvPicPr>
          <p:cNvPr id="536" name="Image 440" descr="preencoded.png"/>
          <p:cNvPicPr>
            <a:picLocks noChangeAspect="1"/>
          </p:cNvPicPr>
          <p:nvPr/>
        </p:nvPicPr>
        <p:blipFill>
          <a:blip r:embed="rId438"/>
          <a:stretch>
            <a:fillRect/>
          </a:stretch>
        </p:blipFill>
        <p:spPr>
          <a:xfrm>
            <a:off x="9591717" y="1946423"/>
            <a:ext cx="91373" cy="58147"/>
          </a:xfrm>
          <a:prstGeom prst="rect">
            <a:avLst/>
          </a:prstGeom>
        </p:spPr>
      </p:pic>
      <p:pic>
        <p:nvPicPr>
          <p:cNvPr id="537" name="Image 441" descr="preencoded.png"/>
          <p:cNvPicPr>
            <a:picLocks noChangeAspect="1"/>
          </p:cNvPicPr>
          <p:nvPr/>
        </p:nvPicPr>
        <p:blipFill>
          <a:blip r:embed="rId439"/>
          <a:stretch>
            <a:fillRect/>
          </a:stretch>
        </p:blipFill>
        <p:spPr>
          <a:xfrm>
            <a:off x="9213603" y="1947158"/>
            <a:ext cx="91373" cy="58147"/>
          </a:xfrm>
          <a:prstGeom prst="rect">
            <a:avLst/>
          </a:prstGeom>
        </p:spPr>
      </p:pic>
      <p:pic>
        <p:nvPicPr>
          <p:cNvPr id="538" name="Image 442" descr="preencoded.png"/>
          <p:cNvPicPr>
            <a:picLocks noChangeAspect="1"/>
          </p:cNvPicPr>
          <p:nvPr/>
        </p:nvPicPr>
        <p:blipFill>
          <a:blip r:embed="rId440"/>
          <a:stretch>
            <a:fillRect/>
          </a:stretch>
        </p:blipFill>
        <p:spPr>
          <a:xfrm>
            <a:off x="9468728" y="1951406"/>
            <a:ext cx="91373" cy="58147"/>
          </a:xfrm>
          <a:prstGeom prst="rect">
            <a:avLst/>
          </a:prstGeom>
        </p:spPr>
      </p:pic>
      <p:pic>
        <p:nvPicPr>
          <p:cNvPr id="539" name="Image 443" descr="preencoded.png"/>
          <p:cNvPicPr>
            <a:picLocks noChangeAspect="1"/>
          </p:cNvPicPr>
          <p:nvPr/>
        </p:nvPicPr>
        <p:blipFill>
          <a:blip r:embed="rId441"/>
          <a:stretch>
            <a:fillRect/>
          </a:stretch>
        </p:blipFill>
        <p:spPr>
          <a:xfrm>
            <a:off x="9968010" y="1952985"/>
            <a:ext cx="91373" cy="49840"/>
          </a:xfrm>
          <a:prstGeom prst="rect">
            <a:avLst/>
          </a:prstGeom>
        </p:spPr>
      </p:pic>
      <p:sp>
        <p:nvSpPr>
          <p:cNvPr id="540" name="Shape 94"/>
          <p:cNvSpPr/>
          <p:nvPr/>
        </p:nvSpPr>
        <p:spPr>
          <a:xfrm rot="-6000">
            <a:off x="10062788" y="1966275"/>
            <a:ext cx="114632" cy="23757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541" name="Image 444" descr="preencoded.png"/>
          <p:cNvPicPr>
            <a:picLocks noChangeAspect="1"/>
          </p:cNvPicPr>
          <p:nvPr/>
        </p:nvPicPr>
        <p:blipFill>
          <a:blip r:embed="rId442"/>
          <a:stretch>
            <a:fillRect/>
          </a:stretch>
        </p:blipFill>
        <p:spPr>
          <a:xfrm>
            <a:off x="3260583" y="2010814"/>
            <a:ext cx="66453" cy="66453"/>
          </a:xfrm>
          <a:prstGeom prst="rect">
            <a:avLst/>
          </a:prstGeom>
        </p:spPr>
      </p:pic>
      <p:pic>
        <p:nvPicPr>
          <p:cNvPr id="542" name="Image 445" descr="preencoded.png"/>
          <p:cNvPicPr>
            <a:picLocks noChangeAspect="1"/>
          </p:cNvPicPr>
          <p:nvPr/>
        </p:nvPicPr>
        <p:blipFill>
          <a:blip r:embed="rId443"/>
          <a:stretch>
            <a:fillRect/>
          </a:stretch>
        </p:blipFill>
        <p:spPr>
          <a:xfrm>
            <a:off x="3406226" y="2010799"/>
            <a:ext cx="66453" cy="66453"/>
          </a:xfrm>
          <a:prstGeom prst="rect">
            <a:avLst/>
          </a:prstGeom>
        </p:spPr>
      </p:pic>
      <p:pic>
        <p:nvPicPr>
          <p:cNvPr id="543" name="Image 446" descr="preencoded.png"/>
          <p:cNvPicPr>
            <a:picLocks noChangeAspect="1"/>
          </p:cNvPicPr>
          <p:nvPr/>
        </p:nvPicPr>
        <p:blipFill>
          <a:blip r:embed="rId444"/>
          <a:stretch>
            <a:fillRect/>
          </a:stretch>
        </p:blipFill>
        <p:spPr>
          <a:xfrm>
            <a:off x="832814" y="2101841"/>
            <a:ext cx="124601" cy="124601"/>
          </a:xfrm>
          <a:prstGeom prst="rect">
            <a:avLst/>
          </a:prstGeom>
        </p:spPr>
      </p:pic>
      <p:pic>
        <p:nvPicPr>
          <p:cNvPr id="544" name="Image 447" descr="preencoded.png"/>
          <p:cNvPicPr>
            <a:picLocks noChangeAspect="1"/>
          </p:cNvPicPr>
          <p:nvPr/>
        </p:nvPicPr>
        <p:blipFill>
          <a:blip r:embed="rId445"/>
          <a:stretch>
            <a:fillRect/>
          </a:stretch>
        </p:blipFill>
        <p:spPr>
          <a:xfrm>
            <a:off x="10079070" y="2135854"/>
            <a:ext cx="149520" cy="149520"/>
          </a:xfrm>
          <a:prstGeom prst="rect">
            <a:avLst/>
          </a:prstGeom>
        </p:spPr>
      </p:pic>
      <p:sp>
        <p:nvSpPr>
          <p:cNvPr id="545" name="Shape 95"/>
          <p:cNvSpPr/>
          <p:nvPr/>
        </p:nvSpPr>
        <p:spPr>
          <a:xfrm rot="-5400000">
            <a:off x="9527007" y="2183828"/>
            <a:ext cx="46849" cy="26249"/>
          </a:xfrm>
          <a:prstGeom prst="ellipse">
            <a:avLst/>
          </a:prstGeom>
          <a:solidFill>
            <a:srgbClr val="C09D73"/>
          </a:solidFill>
          <a:ln/>
        </p:spPr>
      </p:sp>
      <p:pic>
        <p:nvPicPr>
          <p:cNvPr id="546" name="Image 448" descr="preencoded.png"/>
          <p:cNvPicPr>
            <a:picLocks noChangeAspect="1"/>
          </p:cNvPicPr>
          <p:nvPr/>
        </p:nvPicPr>
        <p:blipFill>
          <a:blip r:embed="rId446"/>
          <a:stretch>
            <a:fillRect/>
          </a:stretch>
        </p:blipFill>
        <p:spPr>
          <a:xfrm>
            <a:off x="9761135" y="2192798"/>
            <a:ext cx="407028" cy="207668"/>
          </a:xfrm>
          <a:prstGeom prst="rect">
            <a:avLst/>
          </a:prstGeom>
        </p:spPr>
      </p:pic>
      <p:sp>
        <p:nvSpPr>
          <p:cNvPr id="547" name="Shape 96"/>
          <p:cNvSpPr/>
          <p:nvPr/>
        </p:nvSpPr>
        <p:spPr>
          <a:xfrm rot="-8058000">
            <a:off x="9455570" y="2219547"/>
            <a:ext cx="48511" cy="21432"/>
          </a:xfrm>
          <a:prstGeom prst="ellipse">
            <a:avLst/>
          </a:prstGeom>
          <a:solidFill>
            <a:srgbClr val="D65C4B"/>
          </a:solidFill>
          <a:ln/>
        </p:spPr>
      </p:sp>
      <p:sp>
        <p:nvSpPr>
          <p:cNvPr id="548" name="Shape 97"/>
          <p:cNvSpPr/>
          <p:nvPr/>
        </p:nvSpPr>
        <p:spPr>
          <a:xfrm rot="-2736000">
            <a:off x="9596119" y="2220460"/>
            <a:ext cx="49009" cy="21597"/>
          </a:xfrm>
          <a:prstGeom prst="ellipse">
            <a:avLst/>
          </a:prstGeom>
          <a:solidFill>
            <a:srgbClr val="C09D73"/>
          </a:solidFill>
          <a:ln/>
        </p:spPr>
      </p:sp>
      <p:pic>
        <p:nvPicPr>
          <p:cNvPr id="549" name="Image 449" descr="preencoded.png"/>
          <p:cNvPicPr>
            <a:picLocks noChangeAspect="1"/>
          </p:cNvPicPr>
          <p:nvPr/>
        </p:nvPicPr>
        <p:blipFill>
          <a:blip r:embed="rId447"/>
          <a:stretch>
            <a:fillRect/>
          </a:stretch>
        </p:blipFill>
        <p:spPr>
          <a:xfrm>
            <a:off x="9470396" y="2228804"/>
            <a:ext cx="141214" cy="215974"/>
          </a:xfrm>
          <a:prstGeom prst="rect">
            <a:avLst/>
          </a:prstGeom>
        </p:spPr>
      </p:pic>
      <p:sp>
        <p:nvSpPr>
          <p:cNvPr id="550" name="Shape 98"/>
          <p:cNvSpPr/>
          <p:nvPr/>
        </p:nvSpPr>
        <p:spPr>
          <a:xfrm>
            <a:off x="7045800" y="2275617"/>
            <a:ext cx="54824" cy="279271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551" name="Shape 99"/>
          <p:cNvSpPr/>
          <p:nvPr/>
        </p:nvSpPr>
        <p:spPr>
          <a:xfrm rot="-6000">
            <a:off x="7579671" y="2273540"/>
            <a:ext cx="116626" cy="20601"/>
          </a:xfrm>
          <a:prstGeom prst="roundRect">
            <a:avLst/>
          </a:prstGeom>
          <a:solidFill>
            <a:srgbClr val="5C7788"/>
          </a:solidFill>
          <a:ln/>
        </p:spPr>
      </p:sp>
      <p:pic>
        <p:nvPicPr>
          <p:cNvPr id="552" name="Image 450" descr="preencoded.png"/>
          <p:cNvPicPr>
            <a:picLocks noChangeAspect="1"/>
          </p:cNvPicPr>
          <p:nvPr/>
        </p:nvPicPr>
        <p:blipFill>
          <a:blip r:embed="rId448"/>
          <a:stretch>
            <a:fillRect/>
          </a:stretch>
        </p:blipFill>
        <p:spPr>
          <a:xfrm>
            <a:off x="9167478" y="2273351"/>
            <a:ext cx="456868" cy="398721"/>
          </a:xfrm>
          <a:prstGeom prst="rect">
            <a:avLst/>
          </a:prstGeom>
        </p:spPr>
      </p:pic>
      <p:pic>
        <p:nvPicPr>
          <p:cNvPr id="553" name="Image 451" descr="preencoded.png"/>
          <p:cNvPicPr>
            <a:picLocks noChangeAspect="1"/>
          </p:cNvPicPr>
          <p:nvPr/>
        </p:nvPicPr>
        <p:blipFill>
          <a:blip r:embed="rId449"/>
          <a:stretch>
            <a:fillRect/>
          </a:stretch>
        </p:blipFill>
        <p:spPr>
          <a:xfrm>
            <a:off x="6182386" y="2294621"/>
            <a:ext cx="157827" cy="166134"/>
          </a:xfrm>
          <a:prstGeom prst="rect">
            <a:avLst/>
          </a:prstGeom>
        </p:spPr>
      </p:pic>
      <p:pic>
        <p:nvPicPr>
          <p:cNvPr id="554" name="Image 452" descr="preencoded.png"/>
          <p:cNvPicPr>
            <a:picLocks noChangeAspect="1"/>
          </p:cNvPicPr>
          <p:nvPr/>
        </p:nvPicPr>
        <p:blipFill>
          <a:blip r:embed="rId450"/>
          <a:stretch>
            <a:fillRect/>
          </a:stretch>
        </p:blipFill>
        <p:spPr>
          <a:xfrm>
            <a:off x="9373322" y="2290705"/>
            <a:ext cx="83067" cy="99681"/>
          </a:xfrm>
          <a:prstGeom prst="rect">
            <a:avLst/>
          </a:prstGeom>
        </p:spPr>
      </p:pic>
      <p:sp>
        <p:nvSpPr>
          <p:cNvPr id="555" name="Shape 100"/>
          <p:cNvSpPr/>
          <p:nvPr/>
        </p:nvSpPr>
        <p:spPr>
          <a:xfrm rot="-10776000">
            <a:off x="9617717" y="2293891"/>
            <a:ext cx="53993" cy="22262"/>
          </a:xfrm>
          <a:prstGeom prst="ellipse">
            <a:avLst/>
          </a:prstGeom>
          <a:solidFill>
            <a:srgbClr val="C09D73"/>
          </a:solidFill>
          <a:ln/>
        </p:spPr>
      </p:sp>
      <p:sp>
        <p:nvSpPr>
          <p:cNvPr id="556" name="Shape 101"/>
          <p:cNvSpPr/>
          <p:nvPr/>
        </p:nvSpPr>
        <p:spPr>
          <a:xfrm rot="12000">
            <a:off x="7580336" y="2318728"/>
            <a:ext cx="200191" cy="18939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57" name="Shape 102"/>
          <p:cNvSpPr/>
          <p:nvPr/>
        </p:nvSpPr>
        <p:spPr>
          <a:xfrm rot="-12000">
            <a:off x="6849430" y="2335757"/>
            <a:ext cx="57648" cy="219297"/>
          </a:xfrm>
          <a:prstGeom prst="roundRect">
            <a:avLst/>
          </a:prstGeom>
          <a:solidFill>
            <a:srgbClr val="98C3A2"/>
          </a:solidFill>
          <a:ln/>
        </p:spPr>
      </p:sp>
      <p:sp>
        <p:nvSpPr>
          <p:cNvPr id="558" name="Shape 103"/>
          <p:cNvSpPr/>
          <p:nvPr/>
        </p:nvSpPr>
        <p:spPr>
          <a:xfrm rot="6000">
            <a:off x="7580253" y="2362920"/>
            <a:ext cx="199859" cy="18109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59" name="Shape 104"/>
          <p:cNvSpPr/>
          <p:nvPr/>
        </p:nvSpPr>
        <p:spPr>
          <a:xfrm rot="6000">
            <a:off x="6948031" y="2400300"/>
            <a:ext cx="58811" cy="155169"/>
          </a:xfrm>
          <a:prstGeom prst="roundRect">
            <a:avLst/>
          </a:prstGeom>
          <a:solidFill>
            <a:srgbClr val="7794C0"/>
          </a:solidFill>
          <a:ln/>
        </p:spPr>
      </p:sp>
      <p:sp>
        <p:nvSpPr>
          <p:cNvPr id="560" name="Shape 105"/>
          <p:cNvSpPr/>
          <p:nvPr/>
        </p:nvSpPr>
        <p:spPr>
          <a:xfrm rot="-6000">
            <a:off x="7579754" y="2405865"/>
            <a:ext cx="201022" cy="19105"/>
          </a:xfrm>
          <a:prstGeom prst="roundRect">
            <a:avLst/>
          </a:prstGeom>
          <a:solidFill>
            <a:srgbClr val="5C7788"/>
          </a:solidFill>
          <a:ln/>
        </p:spPr>
      </p:sp>
      <p:sp>
        <p:nvSpPr>
          <p:cNvPr id="561" name="Shape 106"/>
          <p:cNvSpPr/>
          <p:nvPr/>
        </p:nvSpPr>
        <p:spPr>
          <a:xfrm>
            <a:off x="6751826" y="2422562"/>
            <a:ext cx="59642" cy="132574"/>
          </a:xfrm>
          <a:prstGeom prst="roundRect">
            <a:avLst/>
          </a:prstGeom>
          <a:solidFill>
            <a:srgbClr val="FBF19D"/>
          </a:solidFill>
          <a:ln/>
        </p:spPr>
      </p:sp>
      <p:pic>
        <p:nvPicPr>
          <p:cNvPr id="562" name="Image 453" descr="preencoded.png"/>
          <p:cNvPicPr>
            <a:picLocks noChangeAspect="1"/>
          </p:cNvPicPr>
          <p:nvPr/>
        </p:nvPicPr>
        <p:blipFill>
          <a:blip r:embed="rId451"/>
          <a:stretch>
            <a:fillRect/>
          </a:stretch>
        </p:blipFill>
        <p:spPr>
          <a:xfrm>
            <a:off x="9763914" y="2428271"/>
            <a:ext cx="465174" cy="257507"/>
          </a:xfrm>
          <a:prstGeom prst="rect">
            <a:avLst/>
          </a:prstGeom>
        </p:spPr>
      </p:pic>
      <p:sp>
        <p:nvSpPr>
          <p:cNvPr id="563" name="Shape 107"/>
          <p:cNvSpPr/>
          <p:nvPr/>
        </p:nvSpPr>
        <p:spPr>
          <a:xfrm rot="24000">
            <a:off x="7581083" y="2447399"/>
            <a:ext cx="120779" cy="20102"/>
          </a:xfrm>
          <a:prstGeom prst="roundRect">
            <a:avLst/>
          </a:prstGeom>
          <a:solidFill>
            <a:srgbClr val="4E90BA"/>
          </a:solidFill>
          <a:ln/>
        </p:spPr>
      </p:sp>
      <p:sp>
        <p:nvSpPr>
          <p:cNvPr id="564" name="Shape 108"/>
          <p:cNvSpPr/>
          <p:nvPr/>
        </p:nvSpPr>
        <p:spPr>
          <a:xfrm rot="-36000">
            <a:off x="6654638" y="2475144"/>
            <a:ext cx="59310" cy="80907"/>
          </a:xfrm>
          <a:prstGeom prst="roundRect">
            <a:avLst/>
          </a:prstGeom>
          <a:solidFill>
            <a:srgbClr val="FBF19D"/>
          </a:solidFill>
          <a:ln/>
        </p:spPr>
      </p:sp>
      <p:pic>
        <p:nvPicPr>
          <p:cNvPr id="565" name="Image 454" descr="preencoded.png"/>
          <p:cNvPicPr>
            <a:picLocks noChangeAspect="1"/>
          </p:cNvPicPr>
          <p:nvPr/>
        </p:nvPicPr>
        <p:blipFill>
          <a:blip r:embed="rId452"/>
          <a:stretch>
            <a:fillRect/>
          </a:stretch>
        </p:blipFill>
        <p:spPr>
          <a:xfrm>
            <a:off x="831403" y="2662708"/>
            <a:ext cx="124601" cy="124601"/>
          </a:xfrm>
          <a:prstGeom prst="rect">
            <a:avLst/>
          </a:prstGeom>
        </p:spPr>
      </p:pic>
      <p:sp>
        <p:nvSpPr>
          <p:cNvPr id="566" name="Shape 109"/>
          <p:cNvSpPr/>
          <p:nvPr/>
        </p:nvSpPr>
        <p:spPr>
          <a:xfrm>
            <a:off x="1385292" y="2684140"/>
            <a:ext cx="32895" cy="39706"/>
          </a:xfrm>
          <a:prstGeom prst="roundRect">
            <a:avLst/>
          </a:prstGeom>
          <a:solidFill>
            <a:srgbClr val="F6F8F9"/>
          </a:solidFill>
          <a:ln/>
        </p:spPr>
      </p:sp>
      <p:pic>
        <p:nvPicPr>
          <p:cNvPr id="567" name="Image 455" descr="preencoded.png"/>
          <p:cNvPicPr>
            <a:picLocks noChangeAspect="1"/>
          </p:cNvPicPr>
          <p:nvPr/>
        </p:nvPicPr>
        <p:blipFill>
          <a:blip r:embed="rId453"/>
          <a:stretch>
            <a:fillRect/>
          </a:stretch>
        </p:blipFill>
        <p:spPr>
          <a:xfrm>
            <a:off x="1627425" y="2702488"/>
            <a:ext cx="33227" cy="24920"/>
          </a:xfrm>
          <a:prstGeom prst="rect">
            <a:avLst/>
          </a:prstGeom>
        </p:spPr>
      </p:pic>
      <p:pic>
        <p:nvPicPr>
          <p:cNvPr id="568" name="Image 456" descr="preencoded.png"/>
          <p:cNvPicPr>
            <a:picLocks noChangeAspect="1"/>
          </p:cNvPicPr>
          <p:nvPr/>
        </p:nvPicPr>
        <p:blipFill>
          <a:blip r:embed="rId454"/>
          <a:stretch>
            <a:fillRect/>
          </a:stretch>
        </p:blipFill>
        <p:spPr>
          <a:xfrm>
            <a:off x="1034287" y="2703875"/>
            <a:ext cx="49840" cy="24920"/>
          </a:xfrm>
          <a:prstGeom prst="rect">
            <a:avLst/>
          </a:prstGeom>
        </p:spPr>
      </p:pic>
      <p:pic>
        <p:nvPicPr>
          <p:cNvPr id="569" name="Image 457" descr="preencoded.png"/>
          <p:cNvPicPr>
            <a:picLocks noChangeAspect="1"/>
          </p:cNvPicPr>
          <p:nvPr/>
        </p:nvPicPr>
        <p:blipFill>
          <a:blip r:embed="rId455"/>
          <a:stretch>
            <a:fillRect/>
          </a:stretch>
        </p:blipFill>
        <p:spPr>
          <a:xfrm>
            <a:off x="1141644" y="2729795"/>
            <a:ext cx="24920" cy="24920"/>
          </a:xfrm>
          <a:prstGeom prst="rect">
            <a:avLst/>
          </a:prstGeom>
        </p:spPr>
      </p:pic>
      <p:sp>
        <p:nvSpPr>
          <p:cNvPr id="570" name="Shape 110"/>
          <p:cNvSpPr/>
          <p:nvPr/>
        </p:nvSpPr>
        <p:spPr>
          <a:xfrm rot="-10650000">
            <a:off x="1640307" y="2747935"/>
            <a:ext cx="49009" cy="31067"/>
          </a:xfrm>
          <a:prstGeom prst="ellipse">
            <a:avLst/>
          </a:prstGeom>
          <a:solidFill>
            <a:srgbClr val="F6F8F9"/>
          </a:solidFill>
          <a:ln/>
        </p:spPr>
      </p:sp>
      <p:pic>
        <p:nvPicPr>
          <p:cNvPr id="571" name="Image 458" descr="preencoded.png"/>
          <p:cNvPicPr>
            <a:picLocks noChangeAspect="1"/>
          </p:cNvPicPr>
          <p:nvPr/>
        </p:nvPicPr>
        <p:blipFill>
          <a:blip r:embed="rId456"/>
          <a:stretch>
            <a:fillRect/>
          </a:stretch>
        </p:blipFill>
        <p:spPr>
          <a:xfrm>
            <a:off x="9401244" y="2940650"/>
            <a:ext cx="58147" cy="58147"/>
          </a:xfrm>
          <a:prstGeom prst="rect">
            <a:avLst/>
          </a:prstGeom>
        </p:spPr>
      </p:pic>
      <p:pic>
        <p:nvPicPr>
          <p:cNvPr id="572" name="Image 459" descr="preencoded.png"/>
          <p:cNvPicPr>
            <a:picLocks noChangeAspect="1"/>
          </p:cNvPicPr>
          <p:nvPr/>
        </p:nvPicPr>
        <p:blipFill>
          <a:blip r:embed="rId457"/>
          <a:stretch>
            <a:fillRect/>
          </a:stretch>
        </p:blipFill>
        <p:spPr>
          <a:xfrm>
            <a:off x="10089453" y="2941232"/>
            <a:ext cx="58147" cy="58147"/>
          </a:xfrm>
          <a:prstGeom prst="rect">
            <a:avLst/>
          </a:prstGeom>
        </p:spPr>
      </p:pic>
      <p:pic>
        <p:nvPicPr>
          <p:cNvPr id="573" name="Image 460" descr="preencoded.png"/>
          <p:cNvPicPr>
            <a:picLocks noChangeAspect="1"/>
          </p:cNvPicPr>
          <p:nvPr/>
        </p:nvPicPr>
        <p:blipFill>
          <a:blip r:embed="rId458"/>
          <a:stretch>
            <a:fillRect/>
          </a:stretch>
        </p:blipFill>
        <p:spPr>
          <a:xfrm>
            <a:off x="9749903" y="2943427"/>
            <a:ext cx="49840" cy="49840"/>
          </a:xfrm>
          <a:prstGeom prst="rect">
            <a:avLst/>
          </a:prstGeom>
        </p:spPr>
      </p:pic>
      <p:pic>
        <p:nvPicPr>
          <p:cNvPr id="574" name="Image 461" descr="preencoded.png"/>
          <p:cNvPicPr>
            <a:picLocks noChangeAspect="1"/>
          </p:cNvPicPr>
          <p:nvPr/>
        </p:nvPicPr>
        <p:blipFill>
          <a:blip r:embed="rId459"/>
          <a:stretch>
            <a:fillRect/>
          </a:stretch>
        </p:blipFill>
        <p:spPr>
          <a:xfrm>
            <a:off x="9665481" y="3008761"/>
            <a:ext cx="83067" cy="83067"/>
          </a:xfrm>
          <a:prstGeom prst="rect">
            <a:avLst/>
          </a:prstGeom>
        </p:spPr>
      </p:pic>
      <p:pic>
        <p:nvPicPr>
          <p:cNvPr id="575" name="Image 462" descr="preencoded.png"/>
          <p:cNvPicPr>
            <a:picLocks noChangeAspect="1"/>
          </p:cNvPicPr>
          <p:nvPr/>
        </p:nvPicPr>
        <p:blipFill>
          <a:blip r:embed="rId460"/>
          <a:stretch>
            <a:fillRect/>
          </a:stretch>
        </p:blipFill>
        <p:spPr>
          <a:xfrm>
            <a:off x="10145890" y="3007381"/>
            <a:ext cx="91373" cy="74760"/>
          </a:xfrm>
          <a:prstGeom prst="rect">
            <a:avLst/>
          </a:prstGeom>
        </p:spPr>
      </p:pic>
      <p:pic>
        <p:nvPicPr>
          <p:cNvPr id="576" name="Image 463" descr="preencoded.png"/>
          <p:cNvPicPr>
            <a:picLocks noChangeAspect="1"/>
          </p:cNvPicPr>
          <p:nvPr/>
        </p:nvPicPr>
        <p:blipFill>
          <a:blip r:embed="rId461"/>
          <a:stretch>
            <a:fillRect/>
          </a:stretch>
        </p:blipFill>
        <p:spPr>
          <a:xfrm>
            <a:off x="10007248" y="3012167"/>
            <a:ext cx="74760" cy="83067"/>
          </a:xfrm>
          <a:prstGeom prst="rect">
            <a:avLst/>
          </a:prstGeom>
        </p:spPr>
      </p:pic>
      <p:pic>
        <p:nvPicPr>
          <p:cNvPr id="577" name="Image 464" descr="preencoded.png"/>
          <p:cNvPicPr>
            <a:picLocks noChangeAspect="1"/>
          </p:cNvPicPr>
          <p:nvPr/>
        </p:nvPicPr>
        <p:blipFill>
          <a:blip r:embed="rId462"/>
          <a:stretch>
            <a:fillRect/>
          </a:stretch>
        </p:blipFill>
        <p:spPr>
          <a:xfrm>
            <a:off x="9328286" y="3015228"/>
            <a:ext cx="66453" cy="66453"/>
          </a:xfrm>
          <a:prstGeom prst="rect">
            <a:avLst/>
          </a:prstGeom>
        </p:spPr>
      </p:pic>
      <p:pic>
        <p:nvPicPr>
          <p:cNvPr id="578" name="Image 465" descr="preencoded.png"/>
          <p:cNvPicPr>
            <a:picLocks noChangeAspect="1"/>
          </p:cNvPicPr>
          <p:nvPr/>
        </p:nvPicPr>
        <p:blipFill>
          <a:blip r:embed="rId463"/>
          <a:stretch>
            <a:fillRect/>
          </a:stretch>
        </p:blipFill>
        <p:spPr>
          <a:xfrm>
            <a:off x="9588243" y="3054806"/>
            <a:ext cx="83067" cy="83067"/>
          </a:xfrm>
          <a:prstGeom prst="rect">
            <a:avLst/>
          </a:prstGeom>
        </p:spPr>
      </p:pic>
      <p:pic>
        <p:nvPicPr>
          <p:cNvPr id="579" name="Image 466" descr="preencoded.png"/>
          <p:cNvPicPr>
            <a:picLocks noChangeAspect="1"/>
          </p:cNvPicPr>
          <p:nvPr/>
        </p:nvPicPr>
        <p:blipFill>
          <a:blip r:embed="rId464"/>
          <a:stretch>
            <a:fillRect/>
          </a:stretch>
        </p:blipFill>
        <p:spPr>
          <a:xfrm>
            <a:off x="9245717" y="3060641"/>
            <a:ext cx="74760" cy="74760"/>
          </a:xfrm>
          <a:prstGeom prst="rect">
            <a:avLst/>
          </a:prstGeom>
        </p:spPr>
      </p:pic>
      <p:pic>
        <p:nvPicPr>
          <p:cNvPr id="580" name="Image 467" descr="preencoded.png"/>
          <p:cNvPicPr>
            <a:picLocks noChangeAspect="1"/>
          </p:cNvPicPr>
          <p:nvPr/>
        </p:nvPicPr>
        <p:blipFill>
          <a:blip r:embed="rId465"/>
          <a:stretch>
            <a:fillRect/>
          </a:stretch>
        </p:blipFill>
        <p:spPr>
          <a:xfrm>
            <a:off x="9970385" y="3061012"/>
            <a:ext cx="41534" cy="49840"/>
          </a:xfrm>
          <a:prstGeom prst="rect">
            <a:avLst/>
          </a:prstGeom>
        </p:spPr>
      </p:pic>
      <p:sp>
        <p:nvSpPr>
          <p:cNvPr id="581" name="Shape 111"/>
          <p:cNvSpPr/>
          <p:nvPr/>
        </p:nvSpPr>
        <p:spPr>
          <a:xfrm rot="-2118000">
            <a:off x="9618132" y="3088093"/>
            <a:ext cx="26582" cy="20601"/>
          </a:xfrm>
          <a:prstGeom prst="ellipse">
            <a:avLst/>
          </a:prstGeom>
          <a:solidFill>
            <a:srgbClr val="010101"/>
          </a:solidFill>
          <a:ln/>
        </p:spPr>
      </p:sp>
      <p:pic>
        <p:nvPicPr>
          <p:cNvPr id="582" name="Image 468" descr="preencoded.png"/>
          <p:cNvPicPr>
            <a:picLocks noChangeAspect="1"/>
          </p:cNvPicPr>
          <p:nvPr/>
        </p:nvPicPr>
        <p:blipFill>
          <a:blip r:embed="rId466"/>
          <a:stretch>
            <a:fillRect/>
          </a:stretch>
        </p:blipFill>
        <p:spPr>
          <a:xfrm>
            <a:off x="9930057" y="3086262"/>
            <a:ext cx="99681" cy="74760"/>
          </a:xfrm>
          <a:prstGeom prst="rect">
            <a:avLst/>
          </a:prstGeom>
        </p:spPr>
      </p:pic>
      <p:sp>
        <p:nvSpPr>
          <p:cNvPr id="583" name="Shape 112"/>
          <p:cNvSpPr/>
          <p:nvPr/>
        </p:nvSpPr>
        <p:spPr>
          <a:xfrm rot="-2676000">
            <a:off x="9619045" y="3121902"/>
            <a:ext cx="84230" cy="16779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584" name="Image 469" descr="preencoded.png"/>
          <p:cNvPicPr>
            <a:picLocks noChangeAspect="1"/>
          </p:cNvPicPr>
          <p:nvPr/>
        </p:nvPicPr>
        <p:blipFill>
          <a:blip r:embed="rId467"/>
          <a:stretch>
            <a:fillRect/>
          </a:stretch>
        </p:blipFill>
        <p:spPr>
          <a:xfrm>
            <a:off x="9288261" y="3098850"/>
            <a:ext cx="58147" cy="66453"/>
          </a:xfrm>
          <a:prstGeom prst="rect">
            <a:avLst/>
          </a:prstGeom>
        </p:spPr>
      </p:pic>
      <p:pic>
        <p:nvPicPr>
          <p:cNvPr id="585" name="Image 470" descr="preencoded.png"/>
          <p:cNvPicPr>
            <a:picLocks noChangeAspect="1"/>
          </p:cNvPicPr>
          <p:nvPr/>
        </p:nvPicPr>
        <p:blipFill>
          <a:blip r:embed="rId468"/>
          <a:stretch>
            <a:fillRect/>
          </a:stretch>
        </p:blipFill>
        <p:spPr>
          <a:xfrm>
            <a:off x="9186928" y="3118459"/>
            <a:ext cx="58147" cy="58147"/>
          </a:xfrm>
          <a:prstGeom prst="rect">
            <a:avLst/>
          </a:prstGeom>
        </p:spPr>
      </p:pic>
      <p:pic>
        <p:nvPicPr>
          <p:cNvPr id="586" name="Image 471" descr="preencoded.png"/>
          <p:cNvPicPr>
            <a:picLocks noChangeAspect="1"/>
          </p:cNvPicPr>
          <p:nvPr/>
        </p:nvPicPr>
        <p:blipFill>
          <a:blip r:embed="rId469"/>
          <a:stretch>
            <a:fillRect/>
          </a:stretch>
        </p:blipFill>
        <p:spPr>
          <a:xfrm>
            <a:off x="9530372" y="3118773"/>
            <a:ext cx="58147" cy="58147"/>
          </a:xfrm>
          <a:prstGeom prst="rect">
            <a:avLst/>
          </a:prstGeom>
        </p:spPr>
      </p:pic>
      <p:pic>
        <p:nvPicPr>
          <p:cNvPr id="587" name="Image 472" descr="preencoded.png"/>
          <p:cNvPicPr>
            <a:picLocks noChangeAspect="1"/>
          </p:cNvPicPr>
          <p:nvPr/>
        </p:nvPicPr>
        <p:blipFill>
          <a:blip r:embed="rId470"/>
          <a:stretch>
            <a:fillRect/>
          </a:stretch>
        </p:blipFill>
        <p:spPr>
          <a:xfrm>
            <a:off x="9870949" y="3120500"/>
            <a:ext cx="74760" cy="66453"/>
          </a:xfrm>
          <a:prstGeom prst="rect">
            <a:avLst/>
          </a:prstGeom>
        </p:spPr>
      </p:pic>
      <p:pic>
        <p:nvPicPr>
          <p:cNvPr id="588" name="Image 473" descr="preencoded.png"/>
          <p:cNvPicPr>
            <a:picLocks noChangeAspect="1"/>
          </p:cNvPicPr>
          <p:nvPr/>
        </p:nvPicPr>
        <p:blipFill>
          <a:blip r:embed="rId471"/>
          <a:stretch>
            <a:fillRect/>
          </a:stretch>
        </p:blipFill>
        <p:spPr>
          <a:xfrm>
            <a:off x="9213702" y="3140286"/>
            <a:ext cx="41534" cy="24920"/>
          </a:xfrm>
          <a:prstGeom prst="rect">
            <a:avLst/>
          </a:prstGeom>
        </p:spPr>
      </p:pic>
      <p:pic>
        <p:nvPicPr>
          <p:cNvPr id="589" name="Image 474" descr="preencoded.png"/>
          <p:cNvPicPr>
            <a:picLocks noChangeAspect="1"/>
          </p:cNvPicPr>
          <p:nvPr/>
        </p:nvPicPr>
        <p:blipFill>
          <a:blip r:embed="rId472"/>
          <a:stretch>
            <a:fillRect/>
          </a:stretch>
        </p:blipFill>
        <p:spPr>
          <a:xfrm>
            <a:off x="9577299" y="3140125"/>
            <a:ext cx="24920" cy="24920"/>
          </a:xfrm>
          <a:prstGeom prst="rect">
            <a:avLst/>
          </a:prstGeom>
        </p:spPr>
      </p:pic>
      <p:pic>
        <p:nvPicPr>
          <p:cNvPr id="590" name="Image 475" descr="preencoded.png"/>
          <p:cNvPicPr>
            <a:picLocks noChangeAspect="1"/>
          </p:cNvPicPr>
          <p:nvPr/>
        </p:nvPicPr>
        <p:blipFill>
          <a:blip r:embed="rId473"/>
          <a:stretch>
            <a:fillRect/>
          </a:stretch>
        </p:blipFill>
        <p:spPr>
          <a:xfrm>
            <a:off x="9213515" y="3148415"/>
            <a:ext cx="66453" cy="66453"/>
          </a:xfrm>
          <a:prstGeom prst="rect">
            <a:avLst/>
          </a:prstGeom>
        </p:spPr>
      </p:pic>
      <p:pic>
        <p:nvPicPr>
          <p:cNvPr id="591" name="Image 476" descr="preencoded.png"/>
          <p:cNvPicPr>
            <a:picLocks noChangeAspect="1"/>
          </p:cNvPicPr>
          <p:nvPr/>
        </p:nvPicPr>
        <p:blipFill>
          <a:blip r:embed="rId474"/>
          <a:stretch>
            <a:fillRect/>
          </a:stretch>
        </p:blipFill>
        <p:spPr>
          <a:xfrm>
            <a:off x="9896408" y="3151612"/>
            <a:ext cx="66453" cy="66453"/>
          </a:xfrm>
          <a:prstGeom prst="rect">
            <a:avLst/>
          </a:prstGeom>
        </p:spPr>
      </p:pic>
      <p:pic>
        <p:nvPicPr>
          <p:cNvPr id="592" name="Image 477" descr="preencoded.png"/>
          <p:cNvPicPr>
            <a:picLocks noChangeAspect="1"/>
          </p:cNvPicPr>
          <p:nvPr/>
        </p:nvPicPr>
        <p:blipFill>
          <a:blip r:embed="rId475"/>
          <a:stretch>
            <a:fillRect/>
          </a:stretch>
        </p:blipFill>
        <p:spPr>
          <a:xfrm>
            <a:off x="9550132" y="3154583"/>
            <a:ext cx="74760" cy="58147"/>
          </a:xfrm>
          <a:prstGeom prst="rect">
            <a:avLst/>
          </a:prstGeom>
        </p:spPr>
      </p:pic>
      <p:sp>
        <p:nvSpPr>
          <p:cNvPr id="593" name="Shape 113"/>
          <p:cNvSpPr/>
          <p:nvPr/>
        </p:nvSpPr>
        <p:spPr>
          <a:xfrm rot="-2388000">
            <a:off x="9206286" y="3169832"/>
            <a:ext cx="27080" cy="21930"/>
          </a:xfrm>
          <a:prstGeom prst="ellipse">
            <a:avLst/>
          </a:prstGeom>
          <a:solidFill>
            <a:srgbClr val="282727"/>
          </a:solidFill>
          <a:ln/>
        </p:spPr>
      </p:sp>
      <p:sp>
        <p:nvSpPr>
          <p:cNvPr id="594" name="Shape 114"/>
          <p:cNvSpPr/>
          <p:nvPr/>
        </p:nvSpPr>
        <p:spPr>
          <a:xfrm rot="6000">
            <a:off x="4867704" y="3482495"/>
            <a:ext cx="22428" cy="72268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595" name="Shape 115"/>
          <p:cNvSpPr/>
          <p:nvPr/>
        </p:nvSpPr>
        <p:spPr>
          <a:xfrm rot="24000">
            <a:off x="4905334" y="3483409"/>
            <a:ext cx="22594" cy="70607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596" name="Shape 116"/>
          <p:cNvSpPr/>
          <p:nvPr/>
        </p:nvSpPr>
        <p:spPr>
          <a:xfrm>
            <a:off x="4941883" y="3483575"/>
            <a:ext cx="22428" cy="70109"/>
          </a:xfrm>
          <a:prstGeom prst="roundRect">
            <a:avLst/>
          </a:prstGeom>
          <a:solidFill>
            <a:srgbClr val="264560"/>
          </a:solidFill>
          <a:ln/>
        </p:spPr>
      </p:sp>
      <p:sp>
        <p:nvSpPr>
          <p:cNvPr id="597" name="Shape 117"/>
          <p:cNvSpPr/>
          <p:nvPr/>
        </p:nvSpPr>
        <p:spPr>
          <a:xfrm rot="-12000">
            <a:off x="4977685" y="3483409"/>
            <a:ext cx="22096" cy="69610"/>
          </a:xfrm>
          <a:prstGeom prst="roundRect">
            <a:avLst/>
          </a:prstGeom>
          <a:solidFill>
            <a:srgbClr val="264560"/>
          </a:solidFill>
          <a:ln/>
        </p:spPr>
      </p:sp>
      <p:pic>
        <p:nvPicPr>
          <p:cNvPr id="598" name="Image 478" descr="preencoded.png"/>
          <p:cNvPicPr>
            <a:picLocks noChangeAspect="1"/>
          </p:cNvPicPr>
          <p:nvPr/>
        </p:nvPicPr>
        <p:blipFill>
          <a:blip r:embed="rId476"/>
          <a:stretch>
            <a:fillRect/>
          </a:stretch>
        </p:blipFill>
        <p:spPr>
          <a:xfrm>
            <a:off x="5288105" y="3489223"/>
            <a:ext cx="58147" cy="58147"/>
          </a:xfrm>
          <a:prstGeom prst="rect">
            <a:avLst/>
          </a:prstGeom>
        </p:spPr>
      </p:pic>
      <p:pic>
        <p:nvPicPr>
          <p:cNvPr id="599" name="Image 479" descr="preencoded.png"/>
          <p:cNvPicPr>
            <a:picLocks noChangeAspect="1"/>
          </p:cNvPicPr>
          <p:nvPr/>
        </p:nvPicPr>
        <p:blipFill>
          <a:blip r:embed="rId477"/>
          <a:stretch>
            <a:fillRect/>
          </a:stretch>
        </p:blipFill>
        <p:spPr>
          <a:xfrm>
            <a:off x="6986413" y="3548367"/>
            <a:ext cx="91373" cy="91373"/>
          </a:xfrm>
          <a:prstGeom prst="rect">
            <a:avLst/>
          </a:prstGeom>
        </p:spPr>
      </p:pic>
      <p:pic>
        <p:nvPicPr>
          <p:cNvPr id="600" name="Image 480" descr="preencoded.png"/>
          <p:cNvPicPr>
            <a:picLocks noChangeAspect="1"/>
          </p:cNvPicPr>
          <p:nvPr/>
        </p:nvPicPr>
        <p:blipFill>
          <a:blip r:embed="rId478"/>
          <a:stretch>
            <a:fillRect/>
          </a:stretch>
        </p:blipFill>
        <p:spPr>
          <a:xfrm>
            <a:off x="6722594" y="3549779"/>
            <a:ext cx="282427" cy="124601"/>
          </a:xfrm>
          <a:prstGeom prst="rect">
            <a:avLst/>
          </a:prstGeom>
        </p:spPr>
      </p:pic>
      <p:pic>
        <p:nvPicPr>
          <p:cNvPr id="601" name="Image 481" descr="preencoded.png"/>
          <p:cNvPicPr>
            <a:picLocks noChangeAspect="1"/>
          </p:cNvPicPr>
          <p:nvPr/>
        </p:nvPicPr>
        <p:blipFill>
          <a:blip r:embed="rId479"/>
          <a:stretch>
            <a:fillRect/>
          </a:stretch>
        </p:blipFill>
        <p:spPr>
          <a:xfrm>
            <a:off x="8541361" y="3576335"/>
            <a:ext cx="49840" cy="41534"/>
          </a:xfrm>
          <a:prstGeom prst="rect">
            <a:avLst/>
          </a:prstGeom>
        </p:spPr>
      </p:pic>
      <p:sp>
        <p:nvSpPr>
          <p:cNvPr id="602" name="Shape 118"/>
          <p:cNvSpPr/>
          <p:nvPr/>
        </p:nvSpPr>
        <p:spPr>
          <a:xfrm rot="-10758000">
            <a:off x="6793360" y="3638661"/>
            <a:ext cx="68115" cy="4103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3" name="Shape 119"/>
          <p:cNvSpPr/>
          <p:nvPr/>
        </p:nvSpPr>
        <p:spPr>
          <a:xfrm rot="-90000">
            <a:off x="6933909" y="3637830"/>
            <a:ext cx="70274" cy="4186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04" name="Image 482" descr="preencoded.png"/>
          <p:cNvPicPr>
            <a:picLocks noChangeAspect="1"/>
          </p:cNvPicPr>
          <p:nvPr/>
        </p:nvPicPr>
        <p:blipFill>
          <a:blip r:embed="rId480"/>
          <a:stretch>
            <a:fillRect/>
          </a:stretch>
        </p:blipFill>
        <p:spPr>
          <a:xfrm>
            <a:off x="6722420" y="3641817"/>
            <a:ext cx="66453" cy="41534"/>
          </a:xfrm>
          <a:prstGeom prst="rect">
            <a:avLst/>
          </a:prstGeom>
        </p:spPr>
      </p:pic>
      <p:pic>
        <p:nvPicPr>
          <p:cNvPr id="605" name="Image 483" descr="preencoded.png"/>
          <p:cNvPicPr>
            <a:picLocks noChangeAspect="1"/>
          </p:cNvPicPr>
          <p:nvPr/>
        </p:nvPicPr>
        <p:blipFill>
          <a:blip r:embed="rId481"/>
          <a:stretch>
            <a:fillRect/>
          </a:stretch>
        </p:blipFill>
        <p:spPr>
          <a:xfrm>
            <a:off x="6876012" y="3635685"/>
            <a:ext cx="49840" cy="49840"/>
          </a:xfrm>
          <a:prstGeom prst="rect">
            <a:avLst/>
          </a:prstGeom>
        </p:spPr>
      </p:pic>
      <p:pic>
        <p:nvPicPr>
          <p:cNvPr id="606" name="Image 484" descr="preencoded.png"/>
          <p:cNvPicPr>
            <a:picLocks noChangeAspect="1"/>
          </p:cNvPicPr>
          <p:nvPr/>
        </p:nvPicPr>
        <p:blipFill>
          <a:blip r:embed="rId482"/>
          <a:stretch>
            <a:fillRect/>
          </a:stretch>
        </p:blipFill>
        <p:spPr>
          <a:xfrm>
            <a:off x="7007422" y="3640487"/>
            <a:ext cx="66453" cy="41534"/>
          </a:xfrm>
          <a:prstGeom prst="rect">
            <a:avLst/>
          </a:prstGeom>
        </p:spPr>
      </p:pic>
      <p:sp>
        <p:nvSpPr>
          <p:cNvPr id="607" name="Shape 120"/>
          <p:cNvSpPr/>
          <p:nvPr/>
        </p:nvSpPr>
        <p:spPr>
          <a:xfrm rot="6000">
            <a:off x="7579505" y="3650789"/>
            <a:ext cx="117125" cy="22262"/>
          </a:xfrm>
          <a:prstGeom prst="roundRect">
            <a:avLst/>
          </a:prstGeom>
          <a:solidFill>
            <a:srgbClr val="85A67E"/>
          </a:solidFill>
          <a:ln/>
        </p:spPr>
      </p:sp>
      <p:sp>
        <p:nvSpPr>
          <p:cNvPr id="608" name="Shape 121"/>
          <p:cNvSpPr/>
          <p:nvPr/>
        </p:nvSpPr>
        <p:spPr>
          <a:xfrm rot="-6000">
            <a:off x="8374870" y="3652782"/>
            <a:ext cx="118786" cy="21432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609" name="Shape 122"/>
          <p:cNvSpPr/>
          <p:nvPr/>
        </p:nvSpPr>
        <p:spPr>
          <a:xfrm>
            <a:off x="5294917" y="3664245"/>
            <a:ext cx="40038" cy="40038"/>
          </a:xfrm>
          <a:prstGeom prst="ellipse">
            <a:avLst/>
          </a:prstGeom>
          <a:solidFill>
            <a:srgbClr val="ACC6C1"/>
          </a:solidFill>
          <a:ln/>
        </p:spPr>
      </p:sp>
      <p:pic>
        <p:nvPicPr>
          <p:cNvPr id="610" name="Image 485" descr="preencoded.png"/>
          <p:cNvPicPr>
            <a:picLocks noChangeAspect="1"/>
          </p:cNvPicPr>
          <p:nvPr/>
        </p:nvPicPr>
        <p:blipFill>
          <a:blip r:embed="rId483"/>
          <a:stretch>
            <a:fillRect/>
          </a:stretch>
        </p:blipFill>
        <p:spPr>
          <a:xfrm>
            <a:off x="6746095" y="3667374"/>
            <a:ext cx="307347" cy="199360"/>
          </a:xfrm>
          <a:prstGeom prst="rect">
            <a:avLst/>
          </a:prstGeom>
        </p:spPr>
      </p:pic>
      <p:sp>
        <p:nvSpPr>
          <p:cNvPr id="611" name="Shape 123"/>
          <p:cNvSpPr/>
          <p:nvPr/>
        </p:nvSpPr>
        <p:spPr>
          <a:xfrm rot="1056000">
            <a:off x="4044429" y="3664910"/>
            <a:ext cx="24920" cy="175770"/>
          </a:xfrm>
          <a:prstGeom prst="roundRect">
            <a:avLst/>
          </a:prstGeom>
          <a:solidFill>
            <a:srgbClr val="D65C4B"/>
          </a:solidFill>
          <a:ln/>
        </p:spPr>
      </p:sp>
      <p:pic>
        <p:nvPicPr>
          <p:cNvPr id="612" name="Image 486" descr="preencoded.png"/>
          <p:cNvPicPr>
            <a:picLocks noChangeAspect="1"/>
          </p:cNvPicPr>
          <p:nvPr/>
        </p:nvPicPr>
        <p:blipFill>
          <a:blip r:embed="rId484"/>
          <a:stretch>
            <a:fillRect/>
          </a:stretch>
        </p:blipFill>
        <p:spPr>
          <a:xfrm>
            <a:off x="4105427" y="3697906"/>
            <a:ext cx="74760" cy="116293"/>
          </a:xfrm>
          <a:prstGeom prst="rect">
            <a:avLst/>
          </a:prstGeom>
        </p:spPr>
      </p:pic>
      <p:sp>
        <p:nvSpPr>
          <p:cNvPr id="613" name="Shape 124"/>
          <p:cNvSpPr/>
          <p:nvPr/>
        </p:nvSpPr>
        <p:spPr>
          <a:xfrm rot="6000">
            <a:off x="7578923" y="3697472"/>
            <a:ext cx="202351" cy="19272"/>
          </a:xfrm>
          <a:prstGeom prst="roundRect">
            <a:avLst/>
          </a:prstGeom>
          <a:solidFill>
            <a:srgbClr val="5E9762"/>
          </a:solidFill>
          <a:ln/>
        </p:spPr>
      </p:sp>
      <p:pic>
        <p:nvPicPr>
          <p:cNvPr id="614" name="Image 487" descr="preencoded.png"/>
          <p:cNvPicPr>
            <a:picLocks noChangeAspect="1"/>
          </p:cNvPicPr>
          <p:nvPr/>
        </p:nvPicPr>
        <p:blipFill>
          <a:blip r:embed="rId485"/>
          <a:stretch>
            <a:fillRect/>
          </a:stretch>
        </p:blipFill>
        <p:spPr>
          <a:xfrm>
            <a:off x="3936928" y="3697476"/>
            <a:ext cx="66453" cy="107987"/>
          </a:xfrm>
          <a:prstGeom prst="rect">
            <a:avLst/>
          </a:prstGeom>
        </p:spPr>
      </p:pic>
      <p:sp>
        <p:nvSpPr>
          <p:cNvPr id="615" name="Shape 125"/>
          <p:cNvSpPr/>
          <p:nvPr/>
        </p:nvSpPr>
        <p:spPr>
          <a:xfrm rot="6000">
            <a:off x="8374455" y="3698469"/>
            <a:ext cx="201853" cy="20601"/>
          </a:xfrm>
          <a:prstGeom prst="roundRect">
            <a:avLst/>
          </a:prstGeom>
          <a:solidFill>
            <a:srgbClr val="C09D73"/>
          </a:solidFill>
          <a:ln/>
        </p:spPr>
      </p:sp>
      <p:pic>
        <p:nvPicPr>
          <p:cNvPr id="616" name="Image 488" descr="preencoded.png"/>
          <p:cNvPicPr>
            <a:picLocks noChangeAspect="1"/>
          </p:cNvPicPr>
          <p:nvPr/>
        </p:nvPicPr>
        <p:blipFill>
          <a:blip r:embed="rId486"/>
          <a:stretch>
            <a:fillRect/>
          </a:stretch>
        </p:blipFill>
        <p:spPr>
          <a:xfrm>
            <a:off x="6259074" y="3701632"/>
            <a:ext cx="207668" cy="215974"/>
          </a:xfrm>
          <a:prstGeom prst="rect">
            <a:avLst/>
          </a:prstGeom>
        </p:spPr>
      </p:pic>
      <p:sp>
        <p:nvSpPr>
          <p:cNvPr id="617" name="Shape 126"/>
          <p:cNvSpPr/>
          <p:nvPr/>
        </p:nvSpPr>
        <p:spPr>
          <a:xfrm rot="-12000">
            <a:off x="6785054" y="3725715"/>
            <a:ext cx="74594" cy="142210"/>
          </a:xfrm>
          <a:prstGeom prst="roundRect">
            <a:avLst/>
          </a:prstGeom>
          <a:solidFill>
            <a:srgbClr val="ACC6C1"/>
          </a:solidFill>
          <a:ln/>
        </p:spPr>
      </p:sp>
      <p:pic>
        <p:nvPicPr>
          <p:cNvPr id="618" name="Image 489" descr="preencoded.png"/>
          <p:cNvPicPr>
            <a:picLocks noChangeAspect="1"/>
          </p:cNvPicPr>
          <p:nvPr/>
        </p:nvPicPr>
        <p:blipFill>
          <a:blip r:embed="rId487"/>
          <a:stretch>
            <a:fillRect/>
          </a:stretch>
        </p:blipFill>
        <p:spPr>
          <a:xfrm>
            <a:off x="10827155" y="3733024"/>
            <a:ext cx="174440" cy="91373"/>
          </a:xfrm>
          <a:prstGeom prst="rect">
            <a:avLst/>
          </a:prstGeom>
        </p:spPr>
      </p:pic>
      <p:sp>
        <p:nvSpPr>
          <p:cNvPr id="619" name="Shape 127"/>
          <p:cNvSpPr/>
          <p:nvPr/>
        </p:nvSpPr>
        <p:spPr>
          <a:xfrm rot="18000">
            <a:off x="7580086" y="3740335"/>
            <a:ext cx="201686" cy="19437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20" name="Shape 128"/>
          <p:cNvSpPr/>
          <p:nvPr/>
        </p:nvSpPr>
        <p:spPr>
          <a:xfrm rot="12000">
            <a:off x="8375119" y="3741332"/>
            <a:ext cx="202850" cy="22262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621" name="Shape 129"/>
          <p:cNvSpPr/>
          <p:nvPr/>
        </p:nvSpPr>
        <p:spPr>
          <a:xfrm rot="18000">
            <a:off x="7580501" y="3782366"/>
            <a:ext cx="201686" cy="21597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22" name="Shape 130"/>
          <p:cNvSpPr/>
          <p:nvPr/>
        </p:nvSpPr>
        <p:spPr>
          <a:xfrm rot="12000">
            <a:off x="8373790" y="3785606"/>
            <a:ext cx="201520" cy="20767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623" name="Shape 131"/>
          <p:cNvSpPr/>
          <p:nvPr/>
        </p:nvSpPr>
        <p:spPr>
          <a:xfrm rot="24000">
            <a:off x="7580501" y="3826309"/>
            <a:ext cx="123770" cy="20269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24" name="Shape 132"/>
          <p:cNvSpPr/>
          <p:nvPr/>
        </p:nvSpPr>
        <p:spPr>
          <a:xfrm rot="12000">
            <a:off x="8374787" y="3828552"/>
            <a:ext cx="122108" cy="20932"/>
          </a:xfrm>
          <a:prstGeom prst="roundRect">
            <a:avLst/>
          </a:prstGeom>
          <a:solidFill>
            <a:srgbClr val="C09D73"/>
          </a:solidFill>
          <a:ln/>
        </p:spPr>
      </p:sp>
      <p:sp>
        <p:nvSpPr>
          <p:cNvPr id="625" name="Shape 133"/>
          <p:cNvSpPr/>
          <p:nvPr/>
        </p:nvSpPr>
        <p:spPr>
          <a:xfrm rot="-5448000">
            <a:off x="5295581" y="3835529"/>
            <a:ext cx="40204" cy="36549"/>
          </a:xfrm>
          <a:prstGeom prst="ellipse">
            <a:avLst/>
          </a:prstGeom>
          <a:solidFill>
            <a:srgbClr val="ACC6C1"/>
          </a:solidFill>
          <a:ln/>
        </p:spPr>
      </p:sp>
      <p:pic>
        <p:nvPicPr>
          <p:cNvPr id="626" name="Image 490" descr="preencoded.png"/>
          <p:cNvPicPr>
            <a:picLocks noChangeAspect="1"/>
          </p:cNvPicPr>
          <p:nvPr/>
        </p:nvPicPr>
        <p:blipFill>
          <a:blip r:embed="rId488"/>
          <a:stretch>
            <a:fillRect/>
          </a:stretch>
        </p:blipFill>
        <p:spPr>
          <a:xfrm>
            <a:off x="3241060" y="3850066"/>
            <a:ext cx="132907" cy="132907"/>
          </a:xfrm>
          <a:prstGeom prst="rect">
            <a:avLst/>
          </a:prstGeom>
        </p:spPr>
      </p:pic>
      <p:sp>
        <p:nvSpPr>
          <p:cNvPr id="627" name="Shape 134"/>
          <p:cNvSpPr/>
          <p:nvPr/>
        </p:nvSpPr>
        <p:spPr>
          <a:xfrm>
            <a:off x="10850097" y="3893344"/>
            <a:ext cx="22760" cy="22760"/>
          </a:xfrm>
          <a:prstGeom prst="ellipse">
            <a:avLst/>
          </a:prstGeom>
          <a:solidFill>
            <a:srgbClr val="C5DBF0"/>
          </a:solidFill>
          <a:ln/>
        </p:spPr>
      </p:sp>
      <p:sp>
        <p:nvSpPr>
          <p:cNvPr id="628" name="Shape 135"/>
          <p:cNvSpPr/>
          <p:nvPr/>
        </p:nvSpPr>
        <p:spPr>
          <a:xfrm>
            <a:off x="10958748" y="3892430"/>
            <a:ext cx="24255" cy="24255"/>
          </a:xfrm>
          <a:prstGeom prst="ellipse">
            <a:avLst/>
          </a:prstGeom>
          <a:solidFill>
            <a:srgbClr val="D3DDE8"/>
          </a:solidFill>
          <a:ln/>
        </p:spPr>
      </p:sp>
      <p:sp>
        <p:nvSpPr>
          <p:cNvPr id="629" name="Shape 136"/>
          <p:cNvSpPr/>
          <p:nvPr/>
        </p:nvSpPr>
        <p:spPr>
          <a:xfrm>
            <a:off x="2238223" y="3940027"/>
            <a:ext cx="100511" cy="100511"/>
          </a:xfrm>
          <a:prstGeom prst="ellipse">
            <a:avLst/>
          </a:prstGeom>
          <a:solidFill>
            <a:srgbClr val="7C7C7C"/>
          </a:solidFill>
          <a:ln/>
        </p:spPr>
      </p:sp>
      <p:pic>
        <p:nvPicPr>
          <p:cNvPr id="630" name="Image 491" descr="preencoded.png"/>
          <p:cNvPicPr>
            <a:picLocks noChangeAspect="1"/>
          </p:cNvPicPr>
          <p:nvPr/>
        </p:nvPicPr>
        <p:blipFill>
          <a:blip r:embed="rId489"/>
          <a:stretch>
            <a:fillRect/>
          </a:stretch>
        </p:blipFill>
        <p:spPr>
          <a:xfrm>
            <a:off x="6740842" y="3969440"/>
            <a:ext cx="315654" cy="282427"/>
          </a:xfrm>
          <a:prstGeom prst="rect">
            <a:avLst/>
          </a:prstGeom>
        </p:spPr>
      </p:pic>
      <p:pic>
        <p:nvPicPr>
          <p:cNvPr id="631" name="Image 492" descr="preencoded.png"/>
          <p:cNvPicPr>
            <a:picLocks noChangeAspect="1"/>
          </p:cNvPicPr>
          <p:nvPr/>
        </p:nvPicPr>
        <p:blipFill>
          <a:blip r:embed="rId490"/>
          <a:stretch>
            <a:fillRect/>
          </a:stretch>
        </p:blipFill>
        <p:spPr>
          <a:xfrm>
            <a:off x="9161762" y="4236161"/>
            <a:ext cx="1054949" cy="764215"/>
          </a:xfrm>
          <a:prstGeom prst="rect">
            <a:avLst/>
          </a:prstGeom>
        </p:spPr>
      </p:pic>
      <p:sp>
        <p:nvSpPr>
          <p:cNvPr id="632" name="Shape 137"/>
          <p:cNvSpPr/>
          <p:nvPr/>
        </p:nvSpPr>
        <p:spPr>
          <a:xfrm rot="-10164000">
            <a:off x="2817032" y="4832498"/>
            <a:ext cx="28409" cy="26249"/>
          </a:xfrm>
          <a:prstGeom prst="ellipse">
            <a:avLst/>
          </a:prstGeom>
          <a:solidFill>
            <a:srgbClr val="C5DBF0"/>
          </a:solidFill>
          <a:ln/>
        </p:spPr>
      </p:sp>
      <p:sp>
        <p:nvSpPr>
          <p:cNvPr id="633" name="Shape 138"/>
          <p:cNvSpPr/>
          <p:nvPr/>
        </p:nvSpPr>
        <p:spPr>
          <a:xfrm rot="-10710000">
            <a:off x="2869780" y="4832000"/>
            <a:ext cx="29073" cy="26249"/>
          </a:xfrm>
          <a:prstGeom prst="ellipse">
            <a:avLst/>
          </a:prstGeom>
          <a:solidFill>
            <a:srgbClr val="C5DBF0"/>
          </a:solidFill>
          <a:ln/>
        </p:spPr>
      </p:sp>
      <p:sp>
        <p:nvSpPr>
          <p:cNvPr id="634" name="Shape 139"/>
          <p:cNvSpPr/>
          <p:nvPr/>
        </p:nvSpPr>
        <p:spPr>
          <a:xfrm rot="-10542000">
            <a:off x="2868534" y="4880760"/>
            <a:ext cx="28575" cy="26249"/>
          </a:xfrm>
          <a:prstGeom prst="ellipse">
            <a:avLst/>
          </a:prstGeom>
          <a:solidFill>
            <a:srgbClr val="D3DDE8"/>
          </a:solidFill>
          <a:ln/>
        </p:spPr>
      </p:sp>
      <p:sp>
        <p:nvSpPr>
          <p:cNvPr id="635" name="Shape 140"/>
          <p:cNvSpPr/>
          <p:nvPr/>
        </p:nvSpPr>
        <p:spPr>
          <a:xfrm rot="-10674000">
            <a:off x="2817032" y="4881757"/>
            <a:ext cx="28907" cy="25252"/>
          </a:xfrm>
          <a:prstGeom prst="ellipse">
            <a:avLst/>
          </a:prstGeom>
          <a:solidFill>
            <a:srgbClr val="C5DBF0"/>
          </a:solidFill>
          <a:ln/>
        </p:spPr>
      </p:sp>
      <p:pic>
        <p:nvPicPr>
          <p:cNvPr id="636" name="Image 493" descr="preencoded.png"/>
          <p:cNvPicPr>
            <a:picLocks noChangeAspect="1"/>
          </p:cNvPicPr>
          <p:nvPr/>
        </p:nvPicPr>
        <p:blipFill>
          <a:blip r:embed="rId491"/>
          <a:stretch>
            <a:fillRect/>
          </a:stretch>
        </p:blipFill>
        <p:spPr>
          <a:xfrm>
            <a:off x="2692446" y="4919093"/>
            <a:ext cx="74760" cy="41534"/>
          </a:xfrm>
          <a:prstGeom prst="rect">
            <a:avLst/>
          </a:prstGeom>
        </p:spPr>
      </p:pic>
      <p:sp>
        <p:nvSpPr>
          <p:cNvPr id="637" name="Shape 141"/>
          <p:cNvSpPr/>
          <p:nvPr/>
        </p:nvSpPr>
        <p:spPr>
          <a:xfrm>
            <a:off x="2816285" y="4927692"/>
            <a:ext cx="29405" cy="29405"/>
          </a:xfrm>
          <a:prstGeom prst="ellipse">
            <a:avLst/>
          </a:prstGeom>
          <a:solidFill>
            <a:srgbClr val="C5DBF0"/>
          </a:solidFill>
          <a:ln/>
        </p:spPr>
      </p:sp>
      <p:pic>
        <p:nvPicPr>
          <p:cNvPr id="638" name="Image 494" descr="preencoded.png"/>
          <p:cNvPicPr>
            <a:picLocks noChangeAspect="1"/>
          </p:cNvPicPr>
          <p:nvPr/>
        </p:nvPicPr>
        <p:blipFill>
          <a:blip r:embed="rId492"/>
          <a:stretch>
            <a:fillRect/>
          </a:stretch>
        </p:blipFill>
        <p:spPr>
          <a:xfrm>
            <a:off x="2869757" y="4927256"/>
            <a:ext cx="24920" cy="33227"/>
          </a:xfrm>
          <a:prstGeom prst="rect">
            <a:avLst/>
          </a:prstGeom>
        </p:spPr>
      </p:pic>
      <p:pic>
        <p:nvPicPr>
          <p:cNvPr id="639" name="Image 495" descr="preencoded.png"/>
          <p:cNvPicPr>
            <a:picLocks noChangeAspect="1"/>
          </p:cNvPicPr>
          <p:nvPr/>
        </p:nvPicPr>
        <p:blipFill>
          <a:blip r:embed="rId493"/>
          <a:stretch>
            <a:fillRect/>
          </a:stretch>
        </p:blipFill>
        <p:spPr>
          <a:xfrm>
            <a:off x="2692448" y="4961946"/>
            <a:ext cx="74760" cy="41534"/>
          </a:xfrm>
          <a:prstGeom prst="rect">
            <a:avLst/>
          </a:prstGeom>
        </p:spPr>
      </p:pic>
      <p:sp>
        <p:nvSpPr>
          <p:cNvPr id="640" name="Shape 142"/>
          <p:cNvSpPr/>
          <p:nvPr/>
        </p:nvSpPr>
        <p:spPr>
          <a:xfrm>
            <a:off x="2991140" y="4965903"/>
            <a:ext cx="25917" cy="25917"/>
          </a:xfrm>
          <a:prstGeom prst="ellipse">
            <a:avLst/>
          </a:prstGeom>
          <a:solidFill>
            <a:srgbClr val="B4C1D2"/>
          </a:solidFill>
          <a:ln/>
        </p:spPr>
      </p:sp>
      <p:sp>
        <p:nvSpPr>
          <p:cNvPr id="641" name="Shape 143"/>
          <p:cNvSpPr/>
          <p:nvPr/>
        </p:nvSpPr>
        <p:spPr>
          <a:xfrm rot="10650000">
            <a:off x="2948943" y="4967814"/>
            <a:ext cx="26415" cy="22428"/>
          </a:xfrm>
          <a:prstGeom prst="ellipse">
            <a:avLst/>
          </a:prstGeom>
          <a:solidFill>
            <a:srgbClr val="96A8BC"/>
          </a:solidFill>
          <a:ln/>
        </p:spPr>
      </p:sp>
      <p:sp>
        <p:nvSpPr>
          <p:cNvPr id="642" name="Shape 144"/>
          <p:cNvSpPr/>
          <p:nvPr/>
        </p:nvSpPr>
        <p:spPr>
          <a:xfrm rot="-5154000">
            <a:off x="2868036" y="4976702"/>
            <a:ext cx="30901" cy="27745"/>
          </a:xfrm>
          <a:prstGeom prst="ellipse">
            <a:avLst/>
          </a:prstGeom>
          <a:solidFill>
            <a:srgbClr val="C8D1E4"/>
          </a:solidFill>
          <a:ln/>
        </p:spPr>
      </p:sp>
      <p:sp>
        <p:nvSpPr>
          <p:cNvPr id="643" name="Shape 145"/>
          <p:cNvSpPr/>
          <p:nvPr/>
        </p:nvSpPr>
        <p:spPr>
          <a:xfrm rot="-204000">
            <a:off x="2816036" y="4977698"/>
            <a:ext cx="30236" cy="28077"/>
          </a:xfrm>
          <a:prstGeom prst="ellipse">
            <a:avLst/>
          </a:prstGeom>
          <a:solidFill>
            <a:srgbClr val="C8D1E4"/>
          </a:solidFill>
          <a:ln/>
        </p:spPr>
      </p:sp>
      <p:sp>
        <p:nvSpPr>
          <p:cNvPr id="644" name="Shape 146"/>
          <p:cNvSpPr/>
          <p:nvPr/>
        </p:nvSpPr>
        <p:spPr>
          <a:xfrm rot="6000">
            <a:off x="6018429" y="5002120"/>
            <a:ext cx="283258" cy="66786"/>
          </a:xfrm>
          <a:prstGeom prst="roundRect">
            <a:avLst/>
          </a:prstGeom>
          <a:solidFill>
            <a:srgbClr val="4E90BA"/>
          </a:solidFill>
          <a:ln/>
        </p:spPr>
      </p:sp>
      <p:pic>
        <p:nvPicPr>
          <p:cNvPr id="645" name="Image 496" descr="preencoded.png"/>
          <p:cNvPicPr>
            <a:picLocks noChangeAspect="1"/>
          </p:cNvPicPr>
          <p:nvPr/>
        </p:nvPicPr>
        <p:blipFill>
          <a:blip r:embed="rId494"/>
          <a:stretch>
            <a:fillRect/>
          </a:stretch>
        </p:blipFill>
        <p:spPr>
          <a:xfrm>
            <a:off x="2692184" y="5008395"/>
            <a:ext cx="74760" cy="49840"/>
          </a:xfrm>
          <a:prstGeom prst="rect">
            <a:avLst/>
          </a:prstGeom>
        </p:spPr>
      </p:pic>
      <p:pic>
        <p:nvPicPr>
          <p:cNvPr id="646" name="Image 497" descr="preencoded.png"/>
          <p:cNvPicPr>
            <a:picLocks noChangeAspect="1"/>
          </p:cNvPicPr>
          <p:nvPr/>
        </p:nvPicPr>
        <p:blipFill>
          <a:blip r:embed="rId495"/>
          <a:stretch>
            <a:fillRect/>
          </a:stretch>
        </p:blipFill>
        <p:spPr>
          <a:xfrm>
            <a:off x="2949811" y="5011129"/>
            <a:ext cx="66453" cy="24920"/>
          </a:xfrm>
          <a:prstGeom prst="rect">
            <a:avLst/>
          </a:prstGeom>
        </p:spPr>
      </p:pic>
      <p:sp>
        <p:nvSpPr>
          <p:cNvPr id="647" name="Shape 147"/>
          <p:cNvSpPr/>
          <p:nvPr/>
        </p:nvSpPr>
        <p:spPr>
          <a:xfrm rot="6000">
            <a:off x="7578840" y="5031526"/>
            <a:ext cx="117125" cy="21930"/>
          </a:xfrm>
          <a:prstGeom prst="roundRect">
            <a:avLst/>
          </a:prstGeom>
          <a:solidFill>
            <a:srgbClr val="5E9762"/>
          </a:solidFill>
          <a:ln/>
        </p:spPr>
      </p:sp>
      <p:pic>
        <p:nvPicPr>
          <p:cNvPr id="648" name="Image 498" descr="preencoded.png"/>
          <p:cNvPicPr>
            <a:picLocks noChangeAspect="1"/>
          </p:cNvPicPr>
          <p:nvPr/>
        </p:nvPicPr>
        <p:blipFill>
          <a:blip r:embed="rId496"/>
          <a:stretch>
            <a:fillRect/>
          </a:stretch>
        </p:blipFill>
        <p:spPr>
          <a:xfrm>
            <a:off x="2692876" y="5056575"/>
            <a:ext cx="33227" cy="41534"/>
          </a:xfrm>
          <a:prstGeom prst="rect">
            <a:avLst/>
          </a:prstGeom>
        </p:spPr>
      </p:pic>
      <p:sp>
        <p:nvSpPr>
          <p:cNvPr id="649" name="Shape 148"/>
          <p:cNvSpPr/>
          <p:nvPr/>
        </p:nvSpPr>
        <p:spPr>
          <a:xfrm rot="-6456000">
            <a:off x="2989895" y="5059852"/>
            <a:ext cx="27910" cy="25750"/>
          </a:xfrm>
          <a:prstGeom prst="ellipse">
            <a:avLst/>
          </a:prstGeom>
          <a:solidFill>
            <a:srgbClr val="8CB0CC"/>
          </a:solidFill>
          <a:ln/>
        </p:spPr>
      </p:sp>
      <p:sp>
        <p:nvSpPr>
          <p:cNvPr id="650" name="Shape 149"/>
          <p:cNvSpPr/>
          <p:nvPr/>
        </p:nvSpPr>
        <p:spPr>
          <a:xfrm rot="6000">
            <a:off x="7580668" y="5076964"/>
            <a:ext cx="201686" cy="19936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51" name="Shape 150"/>
          <p:cNvSpPr/>
          <p:nvPr/>
        </p:nvSpPr>
        <p:spPr>
          <a:xfrm rot="6000">
            <a:off x="6017184" y="5109442"/>
            <a:ext cx="359846" cy="67616"/>
          </a:xfrm>
          <a:prstGeom prst="roundRect">
            <a:avLst/>
          </a:prstGeom>
          <a:solidFill>
            <a:srgbClr val="98C3A2"/>
          </a:solidFill>
          <a:ln/>
        </p:spPr>
      </p:sp>
      <p:sp>
        <p:nvSpPr>
          <p:cNvPr id="652" name="Shape 151"/>
          <p:cNvSpPr/>
          <p:nvPr/>
        </p:nvSpPr>
        <p:spPr>
          <a:xfrm rot="6000">
            <a:off x="7580419" y="5119992"/>
            <a:ext cx="202018" cy="20601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53" name="Shape 152"/>
          <p:cNvSpPr/>
          <p:nvPr/>
        </p:nvSpPr>
        <p:spPr>
          <a:xfrm>
            <a:off x="7579920" y="5163602"/>
            <a:ext cx="203182" cy="21432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54" name="Shape 153"/>
          <p:cNvSpPr/>
          <p:nvPr/>
        </p:nvSpPr>
        <p:spPr>
          <a:xfrm>
            <a:off x="7579339" y="5205551"/>
            <a:ext cx="126594" cy="22927"/>
          </a:xfrm>
          <a:prstGeom prst="roundRect">
            <a:avLst/>
          </a:prstGeom>
          <a:solidFill>
            <a:srgbClr val="5E9762"/>
          </a:solidFill>
          <a:ln/>
        </p:spPr>
      </p:sp>
      <p:sp>
        <p:nvSpPr>
          <p:cNvPr id="655" name="Shape 154"/>
          <p:cNvSpPr/>
          <p:nvPr/>
        </p:nvSpPr>
        <p:spPr>
          <a:xfrm rot="12000">
            <a:off x="6017267" y="5216433"/>
            <a:ext cx="424804" cy="70441"/>
          </a:xfrm>
          <a:prstGeom prst="roundRect">
            <a:avLst/>
          </a:prstGeom>
          <a:solidFill>
            <a:srgbClr val="D8DFB2"/>
          </a:solidFill>
          <a:ln/>
        </p:spPr>
      </p:sp>
      <p:sp>
        <p:nvSpPr>
          <p:cNvPr id="656" name="Shape 155"/>
          <p:cNvSpPr/>
          <p:nvPr/>
        </p:nvSpPr>
        <p:spPr>
          <a:xfrm>
            <a:off x="6016519" y="5323755"/>
            <a:ext cx="362836" cy="71604"/>
          </a:xfrm>
          <a:prstGeom prst="roundRect">
            <a:avLst/>
          </a:prstGeom>
          <a:solidFill>
            <a:srgbClr val="D3DDE8"/>
          </a:solidFill>
          <a:ln/>
        </p:spPr>
      </p:sp>
      <p:sp>
        <p:nvSpPr>
          <p:cNvPr id="657" name="Shape 156"/>
          <p:cNvSpPr/>
          <p:nvPr/>
        </p:nvSpPr>
        <p:spPr>
          <a:xfrm rot="6000">
            <a:off x="6849597" y="5359889"/>
            <a:ext cx="113137" cy="17942"/>
          </a:xfrm>
          <a:prstGeom prst="roundRect">
            <a:avLst/>
          </a:prstGeom>
          <a:solidFill>
            <a:srgbClr val="85A67E"/>
          </a:solidFill>
          <a:ln/>
        </p:spPr>
      </p:sp>
      <p:sp>
        <p:nvSpPr>
          <p:cNvPr id="658" name="Shape 157"/>
          <p:cNvSpPr/>
          <p:nvPr/>
        </p:nvSpPr>
        <p:spPr>
          <a:xfrm rot="24000">
            <a:off x="6849264" y="5380158"/>
            <a:ext cx="114798" cy="23092"/>
          </a:xfrm>
          <a:prstGeom prst="roundRect">
            <a:avLst/>
          </a:prstGeom>
          <a:solidFill>
            <a:srgbClr val="7C7C7C"/>
          </a:solidFill>
          <a:ln/>
        </p:spPr>
      </p:sp>
      <p:pic>
        <p:nvPicPr>
          <p:cNvPr id="659" name="Image 499" descr="preencoded.png"/>
          <p:cNvPicPr>
            <a:picLocks noChangeAspect="1"/>
          </p:cNvPicPr>
          <p:nvPr/>
        </p:nvPicPr>
        <p:blipFill>
          <a:blip r:embed="rId497"/>
          <a:stretch>
            <a:fillRect/>
          </a:stretch>
        </p:blipFill>
        <p:spPr>
          <a:xfrm>
            <a:off x="6864500" y="5400754"/>
            <a:ext cx="83067" cy="41534"/>
          </a:xfrm>
          <a:prstGeom prst="rect">
            <a:avLst/>
          </a:prstGeom>
        </p:spPr>
      </p:pic>
      <p:sp>
        <p:nvSpPr>
          <p:cNvPr id="660" name="Shape 158"/>
          <p:cNvSpPr/>
          <p:nvPr/>
        </p:nvSpPr>
        <p:spPr>
          <a:xfrm rot="-48000">
            <a:off x="3315018" y="1822985"/>
            <a:ext cx="104332" cy="23591"/>
          </a:xfrm>
          <a:prstGeom prst="roundRect">
            <a:avLst/>
          </a:prstGeom>
          <a:solidFill>
            <a:srgbClr val="E8EEF9"/>
          </a:solidFill>
          <a:ln/>
        </p:spPr>
      </p:sp>
      <p:sp>
        <p:nvSpPr>
          <p:cNvPr id="661" name="Shape 159"/>
          <p:cNvSpPr/>
          <p:nvPr/>
        </p:nvSpPr>
        <p:spPr>
          <a:xfrm>
            <a:off x="3271242" y="1866180"/>
            <a:ext cx="189891" cy="109316"/>
          </a:xfrm>
          <a:prstGeom prst="roundRect">
            <a:avLst/>
          </a:prstGeom>
          <a:solidFill>
            <a:srgbClr val="D3DDE8"/>
          </a:solidFill>
          <a:ln/>
        </p:spPr>
      </p:sp>
      <p:sp>
        <p:nvSpPr>
          <p:cNvPr id="662" name="Shape 160"/>
          <p:cNvSpPr/>
          <p:nvPr/>
        </p:nvSpPr>
        <p:spPr>
          <a:xfrm rot="144000">
            <a:off x="9593129" y="1892180"/>
            <a:ext cx="32895" cy="39540"/>
          </a:xfrm>
          <a:prstGeom prst="roundRect">
            <a:avLst/>
          </a:prstGeom>
          <a:solidFill>
            <a:srgbClr val="F6F8F9"/>
          </a:solidFill>
          <a:ln/>
        </p:spPr>
      </p:sp>
      <p:sp>
        <p:nvSpPr>
          <p:cNvPr id="663" name="Shape 161"/>
          <p:cNvSpPr/>
          <p:nvPr/>
        </p:nvSpPr>
        <p:spPr>
          <a:xfrm rot="-5400000">
            <a:off x="9837594" y="1911368"/>
            <a:ext cx="69444" cy="34888"/>
          </a:xfrm>
          <a:prstGeom prst="ellipse">
            <a:avLst/>
          </a:prstGeom>
          <a:solidFill>
            <a:srgbClr val="E9F2F9"/>
          </a:solidFill>
          <a:ln/>
        </p:spPr>
      </p:sp>
      <p:sp>
        <p:nvSpPr>
          <p:cNvPr id="664" name="Shape 162"/>
          <p:cNvSpPr/>
          <p:nvPr/>
        </p:nvSpPr>
        <p:spPr>
          <a:xfrm rot="-5460000">
            <a:off x="9717396" y="1916353"/>
            <a:ext cx="67451" cy="28243"/>
          </a:xfrm>
          <a:prstGeom prst="ellipse">
            <a:avLst/>
          </a:prstGeom>
          <a:solidFill>
            <a:srgbClr val="E9F2F9"/>
          </a:solidFill>
          <a:ln/>
        </p:spPr>
      </p:sp>
      <p:pic>
        <p:nvPicPr>
          <p:cNvPr id="665" name="Image 500" descr="preencoded.png"/>
          <p:cNvPicPr>
            <a:picLocks noChangeAspect="1"/>
          </p:cNvPicPr>
          <p:nvPr/>
        </p:nvPicPr>
        <p:blipFill>
          <a:blip r:embed="rId498"/>
          <a:stretch>
            <a:fillRect/>
          </a:stretch>
        </p:blipFill>
        <p:spPr>
          <a:xfrm>
            <a:off x="9636992" y="1897579"/>
            <a:ext cx="24920" cy="24920"/>
          </a:xfrm>
          <a:prstGeom prst="rect">
            <a:avLst/>
          </a:prstGeom>
        </p:spPr>
      </p:pic>
      <p:sp>
        <p:nvSpPr>
          <p:cNvPr id="666" name="Shape 163"/>
          <p:cNvSpPr/>
          <p:nvPr/>
        </p:nvSpPr>
        <p:spPr>
          <a:xfrm>
            <a:off x="874514" y="1932799"/>
            <a:ext cx="42531" cy="42531"/>
          </a:xfrm>
          <a:prstGeom prst="ellipse">
            <a:avLst/>
          </a:prstGeom>
          <a:solidFill>
            <a:srgbClr val="F6F8F9"/>
          </a:solidFill>
          <a:ln/>
        </p:spPr>
      </p:sp>
      <p:sp>
        <p:nvSpPr>
          <p:cNvPr id="667" name="Shape 164"/>
          <p:cNvSpPr/>
          <p:nvPr/>
        </p:nvSpPr>
        <p:spPr>
          <a:xfrm rot="-60000">
            <a:off x="9607499" y="1960378"/>
            <a:ext cx="56984" cy="30735"/>
          </a:xfrm>
          <a:prstGeom prst="ellipse">
            <a:avLst/>
          </a:prstGeom>
          <a:solidFill>
            <a:srgbClr val="E9F2F9"/>
          </a:solidFill>
          <a:ln/>
        </p:spPr>
      </p:sp>
      <p:sp>
        <p:nvSpPr>
          <p:cNvPr id="668" name="Shape 165"/>
          <p:cNvSpPr/>
          <p:nvPr/>
        </p:nvSpPr>
        <p:spPr>
          <a:xfrm rot="-78000">
            <a:off x="9230957" y="1962372"/>
            <a:ext cx="55157" cy="29240"/>
          </a:xfrm>
          <a:prstGeom prst="ellipse">
            <a:avLst/>
          </a:prstGeom>
          <a:solidFill>
            <a:srgbClr val="E9F2F9"/>
          </a:solidFill>
          <a:ln/>
        </p:spPr>
      </p:sp>
      <p:sp>
        <p:nvSpPr>
          <p:cNvPr id="669" name="Shape 166"/>
          <p:cNvSpPr/>
          <p:nvPr/>
        </p:nvSpPr>
        <p:spPr>
          <a:xfrm>
            <a:off x="3271325" y="2022429"/>
            <a:ext cx="43527" cy="43527"/>
          </a:xfrm>
          <a:prstGeom prst="ellipse">
            <a:avLst/>
          </a:prstGeom>
          <a:solidFill>
            <a:srgbClr val="FBF19D"/>
          </a:solidFill>
          <a:ln/>
        </p:spPr>
      </p:sp>
      <p:sp>
        <p:nvSpPr>
          <p:cNvPr id="670" name="Shape 167"/>
          <p:cNvSpPr/>
          <p:nvPr/>
        </p:nvSpPr>
        <p:spPr>
          <a:xfrm>
            <a:off x="3417024" y="2022180"/>
            <a:ext cx="43194" cy="43194"/>
          </a:xfrm>
          <a:prstGeom prst="ellipse">
            <a:avLst/>
          </a:prstGeom>
          <a:solidFill>
            <a:srgbClr val="F5D47A"/>
          </a:solidFill>
          <a:ln/>
        </p:spPr>
      </p:sp>
      <p:pic>
        <p:nvPicPr>
          <p:cNvPr id="671" name="Image 501" descr="preencoded.png"/>
          <p:cNvPicPr>
            <a:picLocks noChangeAspect="1"/>
          </p:cNvPicPr>
          <p:nvPr/>
        </p:nvPicPr>
        <p:blipFill>
          <a:blip r:embed="rId499"/>
          <a:stretch>
            <a:fillRect/>
          </a:stretch>
        </p:blipFill>
        <p:spPr>
          <a:xfrm>
            <a:off x="884030" y="2118236"/>
            <a:ext cx="41534" cy="66453"/>
          </a:xfrm>
          <a:prstGeom prst="rect">
            <a:avLst/>
          </a:prstGeom>
        </p:spPr>
      </p:pic>
      <p:pic>
        <p:nvPicPr>
          <p:cNvPr id="672" name="Image 502" descr="preencoded.png"/>
          <p:cNvPicPr>
            <a:picLocks noChangeAspect="1"/>
          </p:cNvPicPr>
          <p:nvPr/>
        </p:nvPicPr>
        <p:blipFill>
          <a:blip r:embed="rId500"/>
          <a:stretch>
            <a:fillRect/>
          </a:stretch>
        </p:blipFill>
        <p:spPr>
          <a:xfrm>
            <a:off x="10089536" y="2144288"/>
            <a:ext cx="124601" cy="124601"/>
          </a:xfrm>
          <a:prstGeom prst="rect">
            <a:avLst/>
          </a:prstGeom>
        </p:spPr>
      </p:pic>
      <p:pic>
        <p:nvPicPr>
          <p:cNvPr id="673" name="Image 503" descr="preencoded.png"/>
          <p:cNvPicPr>
            <a:picLocks noChangeAspect="1"/>
          </p:cNvPicPr>
          <p:nvPr/>
        </p:nvPicPr>
        <p:blipFill>
          <a:blip r:embed="rId501"/>
          <a:stretch>
            <a:fillRect/>
          </a:stretch>
        </p:blipFill>
        <p:spPr>
          <a:xfrm>
            <a:off x="9484665" y="2249043"/>
            <a:ext cx="107987" cy="174440"/>
          </a:xfrm>
          <a:prstGeom prst="rect">
            <a:avLst/>
          </a:prstGeom>
        </p:spPr>
      </p:pic>
      <p:pic>
        <p:nvPicPr>
          <p:cNvPr id="674" name="Image 504" descr="preencoded.png"/>
          <p:cNvPicPr>
            <a:picLocks noChangeAspect="1"/>
          </p:cNvPicPr>
          <p:nvPr/>
        </p:nvPicPr>
        <p:blipFill>
          <a:blip r:embed="rId502"/>
          <a:stretch>
            <a:fillRect/>
          </a:stretch>
        </p:blipFill>
        <p:spPr>
          <a:xfrm>
            <a:off x="9348825" y="2312333"/>
            <a:ext cx="24920" cy="16614"/>
          </a:xfrm>
          <a:prstGeom prst="rect">
            <a:avLst/>
          </a:prstGeom>
        </p:spPr>
      </p:pic>
      <p:pic>
        <p:nvPicPr>
          <p:cNvPr id="675" name="Image 505" descr="preencoded.png"/>
          <p:cNvPicPr>
            <a:picLocks noChangeAspect="1"/>
          </p:cNvPicPr>
          <p:nvPr/>
        </p:nvPicPr>
        <p:blipFill>
          <a:blip r:embed="rId503"/>
          <a:stretch>
            <a:fillRect/>
          </a:stretch>
        </p:blipFill>
        <p:spPr>
          <a:xfrm>
            <a:off x="9281820" y="2326933"/>
            <a:ext cx="33227" cy="24920"/>
          </a:xfrm>
          <a:prstGeom prst="rect">
            <a:avLst/>
          </a:prstGeom>
        </p:spPr>
      </p:pic>
      <p:pic>
        <p:nvPicPr>
          <p:cNvPr id="676" name="Image 506" descr="preencoded.png"/>
          <p:cNvPicPr>
            <a:picLocks noChangeAspect="1"/>
          </p:cNvPicPr>
          <p:nvPr/>
        </p:nvPicPr>
        <p:blipFill>
          <a:blip r:embed="rId504"/>
          <a:stretch>
            <a:fillRect/>
          </a:stretch>
        </p:blipFill>
        <p:spPr>
          <a:xfrm>
            <a:off x="9208896" y="2371531"/>
            <a:ext cx="116293" cy="107987"/>
          </a:xfrm>
          <a:prstGeom prst="rect">
            <a:avLst/>
          </a:prstGeom>
        </p:spPr>
      </p:pic>
      <p:sp>
        <p:nvSpPr>
          <p:cNvPr id="677" name="Shape 168"/>
          <p:cNvSpPr/>
          <p:nvPr/>
        </p:nvSpPr>
        <p:spPr>
          <a:xfrm>
            <a:off x="10091031" y="2436434"/>
            <a:ext cx="127092" cy="127092"/>
          </a:xfrm>
          <a:prstGeom prst="ellipse">
            <a:avLst/>
          </a:prstGeom>
          <a:solidFill>
            <a:srgbClr val="F6F8F9"/>
          </a:solidFill>
          <a:ln/>
        </p:spPr>
      </p:sp>
      <p:pic>
        <p:nvPicPr>
          <p:cNvPr id="678" name="Image 507" descr="preencoded.png"/>
          <p:cNvPicPr>
            <a:picLocks noChangeAspect="1"/>
          </p:cNvPicPr>
          <p:nvPr/>
        </p:nvPicPr>
        <p:blipFill>
          <a:blip r:embed="rId505"/>
          <a:stretch>
            <a:fillRect/>
          </a:stretch>
        </p:blipFill>
        <p:spPr>
          <a:xfrm>
            <a:off x="9442734" y="2459186"/>
            <a:ext cx="74760" cy="24920"/>
          </a:xfrm>
          <a:prstGeom prst="rect">
            <a:avLst/>
          </a:prstGeom>
        </p:spPr>
      </p:pic>
      <p:pic>
        <p:nvPicPr>
          <p:cNvPr id="679" name="Image 508" descr="preencoded.png"/>
          <p:cNvPicPr>
            <a:picLocks noChangeAspect="1"/>
          </p:cNvPicPr>
          <p:nvPr/>
        </p:nvPicPr>
        <p:blipFill>
          <a:blip r:embed="rId506"/>
          <a:stretch>
            <a:fillRect/>
          </a:stretch>
        </p:blipFill>
        <p:spPr>
          <a:xfrm>
            <a:off x="9395279" y="2469186"/>
            <a:ext cx="24920" cy="24920"/>
          </a:xfrm>
          <a:prstGeom prst="rect">
            <a:avLst/>
          </a:prstGeom>
        </p:spPr>
      </p:pic>
      <p:pic>
        <p:nvPicPr>
          <p:cNvPr id="680" name="Image 509" descr="preencoded.png"/>
          <p:cNvPicPr>
            <a:picLocks noChangeAspect="1"/>
          </p:cNvPicPr>
          <p:nvPr/>
        </p:nvPicPr>
        <p:blipFill>
          <a:blip r:embed="rId507"/>
          <a:stretch>
            <a:fillRect/>
          </a:stretch>
        </p:blipFill>
        <p:spPr>
          <a:xfrm>
            <a:off x="9553712" y="2472855"/>
            <a:ext cx="33227" cy="58147"/>
          </a:xfrm>
          <a:prstGeom prst="rect">
            <a:avLst/>
          </a:prstGeom>
        </p:spPr>
      </p:pic>
      <p:pic>
        <p:nvPicPr>
          <p:cNvPr id="681" name="Image 510" descr="preencoded.png"/>
          <p:cNvPicPr>
            <a:picLocks noChangeAspect="1"/>
          </p:cNvPicPr>
          <p:nvPr/>
        </p:nvPicPr>
        <p:blipFill>
          <a:blip r:embed="rId508"/>
          <a:stretch>
            <a:fillRect/>
          </a:stretch>
        </p:blipFill>
        <p:spPr>
          <a:xfrm>
            <a:off x="9321266" y="2488342"/>
            <a:ext cx="41534" cy="49840"/>
          </a:xfrm>
          <a:prstGeom prst="rect">
            <a:avLst/>
          </a:prstGeom>
        </p:spPr>
      </p:pic>
      <p:pic>
        <p:nvPicPr>
          <p:cNvPr id="682" name="Image 511" descr="preencoded.png"/>
          <p:cNvPicPr>
            <a:picLocks noChangeAspect="1"/>
          </p:cNvPicPr>
          <p:nvPr/>
        </p:nvPicPr>
        <p:blipFill>
          <a:blip r:embed="rId509"/>
          <a:stretch>
            <a:fillRect/>
          </a:stretch>
        </p:blipFill>
        <p:spPr>
          <a:xfrm>
            <a:off x="9770404" y="2491603"/>
            <a:ext cx="390414" cy="191054"/>
          </a:xfrm>
          <a:prstGeom prst="rect">
            <a:avLst/>
          </a:prstGeom>
        </p:spPr>
      </p:pic>
      <p:pic>
        <p:nvPicPr>
          <p:cNvPr id="683" name="Image 512" descr="preencoded.png"/>
          <p:cNvPicPr>
            <a:picLocks noChangeAspect="1"/>
          </p:cNvPicPr>
          <p:nvPr/>
        </p:nvPicPr>
        <p:blipFill>
          <a:blip r:embed="rId510"/>
          <a:stretch>
            <a:fillRect/>
          </a:stretch>
        </p:blipFill>
        <p:spPr>
          <a:xfrm>
            <a:off x="9399024" y="2501354"/>
            <a:ext cx="58147" cy="33227"/>
          </a:xfrm>
          <a:prstGeom prst="rect">
            <a:avLst/>
          </a:prstGeom>
        </p:spPr>
      </p:pic>
      <p:pic>
        <p:nvPicPr>
          <p:cNvPr id="684" name="Image 513" descr="preencoded.png"/>
          <p:cNvPicPr>
            <a:picLocks noChangeAspect="1"/>
          </p:cNvPicPr>
          <p:nvPr/>
        </p:nvPicPr>
        <p:blipFill>
          <a:blip r:embed="rId511"/>
          <a:stretch>
            <a:fillRect/>
          </a:stretch>
        </p:blipFill>
        <p:spPr>
          <a:xfrm>
            <a:off x="906943" y="2515732"/>
            <a:ext cx="24920" cy="24920"/>
          </a:xfrm>
          <a:prstGeom prst="rect">
            <a:avLst/>
          </a:prstGeom>
        </p:spPr>
      </p:pic>
      <p:pic>
        <p:nvPicPr>
          <p:cNvPr id="685" name="Image 514" descr="preencoded.png"/>
          <p:cNvPicPr>
            <a:picLocks noChangeAspect="1"/>
          </p:cNvPicPr>
          <p:nvPr/>
        </p:nvPicPr>
        <p:blipFill>
          <a:blip r:embed="rId512"/>
          <a:stretch>
            <a:fillRect/>
          </a:stretch>
        </p:blipFill>
        <p:spPr>
          <a:xfrm>
            <a:off x="856946" y="2516637"/>
            <a:ext cx="24920" cy="24920"/>
          </a:xfrm>
          <a:prstGeom prst="rect">
            <a:avLst/>
          </a:prstGeom>
        </p:spPr>
      </p:pic>
      <p:pic>
        <p:nvPicPr>
          <p:cNvPr id="686" name="Image 515" descr="preencoded.png"/>
          <p:cNvPicPr>
            <a:picLocks noChangeAspect="1"/>
          </p:cNvPicPr>
          <p:nvPr/>
        </p:nvPicPr>
        <p:blipFill>
          <a:blip r:embed="rId513"/>
          <a:stretch>
            <a:fillRect/>
          </a:stretch>
        </p:blipFill>
        <p:spPr>
          <a:xfrm>
            <a:off x="9426380" y="2541604"/>
            <a:ext cx="141214" cy="66453"/>
          </a:xfrm>
          <a:prstGeom prst="rect">
            <a:avLst/>
          </a:prstGeom>
        </p:spPr>
      </p:pic>
      <p:pic>
        <p:nvPicPr>
          <p:cNvPr id="687" name="Image 516" descr="preencoded.png"/>
          <p:cNvPicPr>
            <a:picLocks noChangeAspect="1"/>
          </p:cNvPicPr>
          <p:nvPr/>
        </p:nvPicPr>
        <p:blipFill>
          <a:blip r:embed="rId514"/>
          <a:stretch>
            <a:fillRect/>
          </a:stretch>
        </p:blipFill>
        <p:spPr>
          <a:xfrm>
            <a:off x="858765" y="2551425"/>
            <a:ext cx="74760" cy="33227"/>
          </a:xfrm>
          <a:prstGeom prst="rect">
            <a:avLst/>
          </a:prstGeom>
        </p:spPr>
      </p:pic>
      <p:pic>
        <p:nvPicPr>
          <p:cNvPr id="688" name="Image 517" descr="preencoded.png"/>
          <p:cNvPicPr>
            <a:picLocks noChangeAspect="1"/>
          </p:cNvPicPr>
          <p:nvPr/>
        </p:nvPicPr>
        <p:blipFill>
          <a:blip r:embed="rId515"/>
          <a:stretch>
            <a:fillRect/>
          </a:stretch>
        </p:blipFill>
        <p:spPr>
          <a:xfrm>
            <a:off x="9380273" y="2550277"/>
            <a:ext cx="99681" cy="116293"/>
          </a:xfrm>
          <a:prstGeom prst="rect">
            <a:avLst/>
          </a:prstGeom>
        </p:spPr>
      </p:pic>
      <p:pic>
        <p:nvPicPr>
          <p:cNvPr id="689" name="Image 518" descr="preencoded.png"/>
          <p:cNvPicPr>
            <a:picLocks noChangeAspect="1"/>
          </p:cNvPicPr>
          <p:nvPr/>
        </p:nvPicPr>
        <p:blipFill>
          <a:blip r:embed="rId516"/>
          <a:stretch>
            <a:fillRect/>
          </a:stretch>
        </p:blipFill>
        <p:spPr>
          <a:xfrm>
            <a:off x="866870" y="2680139"/>
            <a:ext cx="58147" cy="99681"/>
          </a:xfrm>
          <a:prstGeom prst="rect">
            <a:avLst/>
          </a:prstGeom>
        </p:spPr>
      </p:pic>
      <p:sp>
        <p:nvSpPr>
          <p:cNvPr id="690" name="Shape 169"/>
          <p:cNvSpPr/>
          <p:nvPr/>
        </p:nvSpPr>
        <p:spPr>
          <a:xfrm>
            <a:off x="9408305" y="2948956"/>
            <a:ext cx="40536" cy="40536"/>
          </a:xfrm>
          <a:prstGeom prst="ellipse">
            <a:avLst/>
          </a:prstGeom>
          <a:solidFill>
            <a:srgbClr val="FAF1C8"/>
          </a:solidFill>
          <a:ln/>
        </p:spPr>
      </p:sp>
      <p:sp>
        <p:nvSpPr>
          <p:cNvPr id="691" name="Shape 170"/>
          <p:cNvSpPr/>
          <p:nvPr/>
        </p:nvSpPr>
        <p:spPr>
          <a:xfrm>
            <a:off x="9755691" y="2948625"/>
            <a:ext cx="41866" cy="41866"/>
          </a:xfrm>
          <a:prstGeom prst="ellipse">
            <a:avLst/>
          </a:prstGeom>
          <a:solidFill>
            <a:srgbClr val="E6F3E5"/>
          </a:solidFill>
          <a:ln/>
        </p:spPr>
      </p:sp>
      <p:sp>
        <p:nvSpPr>
          <p:cNvPr id="692" name="Shape 171"/>
          <p:cNvSpPr/>
          <p:nvPr/>
        </p:nvSpPr>
        <p:spPr>
          <a:xfrm>
            <a:off x="10098175" y="2950868"/>
            <a:ext cx="37380" cy="37380"/>
          </a:xfrm>
          <a:prstGeom prst="ellipse">
            <a:avLst/>
          </a:prstGeom>
          <a:solidFill>
            <a:srgbClr val="E9F2F9"/>
          </a:solidFill>
          <a:ln/>
        </p:spPr>
      </p:sp>
      <p:sp>
        <p:nvSpPr>
          <p:cNvPr id="693" name="Shape 172"/>
          <p:cNvSpPr/>
          <p:nvPr/>
        </p:nvSpPr>
        <p:spPr>
          <a:xfrm rot="-5316000">
            <a:off x="5295748" y="3499109"/>
            <a:ext cx="39540" cy="35220"/>
          </a:xfrm>
          <a:prstGeom prst="ellipse">
            <a:avLst/>
          </a:prstGeom>
          <a:solidFill>
            <a:srgbClr val="ACC6C1"/>
          </a:solidFill>
          <a:ln/>
        </p:spPr>
      </p:sp>
      <p:pic>
        <p:nvPicPr>
          <p:cNvPr id="694" name="Image 519" descr="preencoded.png"/>
          <p:cNvPicPr>
            <a:picLocks noChangeAspect="1"/>
          </p:cNvPicPr>
          <p:nvPr/>
        </p:nvPicPr>
        <p:blipFill>
          <a:blip r:embed="rId517"/>
          <a:stretch>
            <a:fillRect/>
          </a:stretch>
        </p:blipFill>
        <p:spPr>
          <a:xfrm>
            <a:off x="6893467" y="3714906"/>
            <a:ext cx="132907" cy="107987"/>
          </a:xfrm>
          <a:prstGeom prst="rect">
            <a:avLst/>
          </a:prstGeom>
        </p:spPr>
      </p:pic>
      <p:sp>
        <p:nvSpPr>
          <p:cNvPr id="695" name="Shape 173"/>
          <p:cNvSpPr/>
          <p:nvPr/>
        </p:nvSpPr>
        <p:spPr>
          <a:xfrm>
            <a:off x="3256290" y="3863938"/>
            <a:ext cx="103501" cy="10350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96" name="Image 520" descr="preencoded.png"/>
          <p:cNvPicPr>
            <a:picLocks noChangeAspect="1"/>
          </p:cNvPicPr>
          <p:nvPr/>
        </p:nvPicPr>
        <p:blipFill>
          <a:blip r:embed="rId518"/>
          <a:stretch>
            <a:fillRect/>
          </a:stretch>
        </p:blipFill>
        <p:spPr>
          <a:xfrm>
            <a:off x="6878088" y="4043279"/>
            <a:ext cx="41534" cy="124601"/>
          </a:xfrm>
          <a:prstGeom prst="rect">
            <a:avLst/>
          </a:prstGeom>
        </p:spPr>
      </p:pic>
      <p:sp>
        <p:nvSpPr>
          <p:cNvPr id="697" name="Shape 174"/>
          <p:cNvSpPr/>
          <p:nvPr/>
        </p:nvSpPr>
        <p:spPr>
          <a:xfrm rot="-12000">
            <a:off x="6878005" y="4174608"/>
            <a:ext cx="43194" cy="43029"/>
          </a:xfrm>
          <a:prstGeom prst="roundRect">
            <a:avLst/>
          </a:prstGeom>
          <a:solidFill>
            <a:srgbClr val="373736"/>
          </a:solidFill>
          <a:ln/>
        </p:spPr>
      </p:sp>
      <p:pic>
        <p:nvPicPr>
          <p:cNvPr id="698" name="Image 521" descr="preencoded.png"/>
          <p:cNvPicPr>
            <a:picLocks noChangeAspect="1"/>
          </p:cNvPicPr>
          <p:nvPr/>
        </p:nvPicPr>
        <p:blipFill>
          <a:blip r:embed="rId519"/>
          <a:stretch>
            <a:fillRect/>
          </a:stretch>
        </p:blipFill>
        <p:spPr>
          <a:xfrm>
            <a:off x="9171980" y="4244467"/>
            <a:ext cx="1038336" cy="747602"/>
          </a:xfrm>
          <a:prstGeom prst="rect">
            <a:avLst/>
          </a:prstGeom>
        </p:spPr>
      </p:pic>
      <p:sp>
        <p:nvSpPr>
          <p:cNvPr id="699" name="Shape 175"/>
          <p:cNvSpPr/>
          <p:nvPr/>
        </p:nvSpPr>
        <p:spPr>
          <a:xfrm rot="-5826000">
            <a:off x="2696669" y="4930101"/>
            <a:ext cx="27246" cy="22262"/>
          </a:xfrm>
          <a:prstGeom prst="ellipse">
            <a:avLst/>
          </a:prstGeom>
          <a:solidFill>
            <a:srgbClr val="96A8BC"/>
          </a:solidFill>
          <a:ln/>
        </p:spPr>
      </p:sp>
      <p:sp>
        <p:nvSpPr>
          <p:cNvPr id="700" name="Shape 176"/>
          <p:cNvSpPr/>
          <p:nvPr/>
        </p:nvSpPr>
        <p:spPr>
          <a:xfrm>
            <a:off x="2739448" y="4927692"/>
            <a:ext cx="22428" cy="22428"/>
          </a:xfrm>
          <a:prstGeom prst="ellipse">
            <a:avLst/>
          </a:prstGeom>
          <a:solidFill>
            <a:srgbClr val="ACC6C1"/>
          </a:solidFill>
          <a:ln/>
        </p:spPr>
      </p:sp>
      <p:sp>
        <p:nvSpPr>
          <p:cNvPr id="701" name="Shape 177"/>
          <p:cNvSpPr/>
          <p:nvPr/>
        </p:nvSpPr>
        <p:spPr>
          <a:xfrm rot="-5280000">
            <a:off x="2697001" y="4972382"/>
            <a:ext cx="26914" cy="22594"/>
          </a:xfrm>
          <a:prstGeom prst="ellipse">
            <a:avLst/>
          </a:prstGeom>
          <a:solidFill>
            <a:srgbClr val="B4C1D2"/>
          </a:solidFill>
          <a:ln/>
        </p:spPr>
      </p:sp>
      <p:pic>
        <p:nvPicPr>
          <p:cNvPr id="702" name="Image 522" descr="preencoded.png"/>
          <p:cNvPicPr>
            <a:picLocks noChangeAspect="1"/>
          </p:cNvPicPr>
          <p:nvPr/>
        </p:nvPicPr>
        <p:blipFill>
          <a:blip r:embed="rId520"/>
          <a:stretch>
            <a:fillRect/>
          </a:stretch>
        </p:blipFill>
        <p:spPr>
          <a:xfrm>
            <a:off x="2739376" y="4970847"/>
            <a:ext cx="24920" cy="24920"/>
          </a:xfrm>
          <a:prstGeom prst="rect">
            <a:avLst/>
          </a:prstGeom>
        </p:spPr>
      </p:pic>
      <p:pic>
        <p:nvPicPr>
          <p:cNvPr id="703" name="Image 523" descr="preencoded.png"/>
          <p:cNvPicPr>
            <a:picLocks noChangeAspect="1"/>
          </p:cNvPicPr>
          <p:nvPr/>
        </p:nvPicPr>
        <p:blipFill>
          <a:blip r:embed="rId521"/>
          <a:stretch>
            <a:fillRect/>
          </a:stretch>
        </p:blipFill>
        <p:spPr>
          <a:xfrm>
            <a:off x="2699007" y="5017497"/>
            <a:ext cx="24920" cy="24920"/>
          </a:xfrm>
          <a:prstGeom prst="rect">
            <a:avLst/>
          </a:prstGeom>
        </p:spPr>
      </p:pic>
      <p:pic>
        <p:nvPicPr>
          <p:cNvPr id="704" name="Image 524" descr="preencoded.png"/>
          <p:cNvPicPr>
            <a:picLocks noChangeAspect="1"/>
          </p:cNvPicPr>
          <p:nvPr/>
        </p:nvPicPr>
        <p:blipFill>
          <a:blip r:embed="rId522"/>
          <a:stretch>
            <a:fillRect/>
          </a:stretch>
        </p:blipFill>
        <p:spPr>
          <a:xfrm>
            <a:off x="2737619" y="5019773"/>
            <a:ext cx="24920" cy="24920"/>
          </a:xfrm>
          <a:prstGeom prst="rect">
            <a:avLst/>
          </a:prstGeom>
        </p:spPr>
      </p:pic>
      <p:sp>
        <p:nvSpPr>
          <p:cNvPr id="705" name="Shape 178"/>
          <p:cNvSpPr/>
          <p:nvPr/>
        </p:nvSpPr>
        <p:spPr>
          <a:xfrm>
            <a:off x="2699493" y="5066081"/>
            <a:ext cx="21432" cy="21432"/>
          </a:xfrm>
          <a:prstGeom prst="ellipse">
            <a:avLst/>
          </a:prstGeom>
          <a:solidFill>
            <a:srgbClr val="ACC6C1"/>
          </a:solidFill>
          <a:ln/>
        </p:spPr>
      </p:sp>
      <p:pic>
        <p:nvPicPr>
          <p:cNvPr id="706" name="Image 525" descr="preencoded.png"/>
          <p:cNvPicPr>
            <a:picLocks noChangeAspect="1"/>
          </p:cNvPicPr>
          <p:nvPr/>
        </p:nvPicPr>
        <p:blipFill>
          <a:blip r:embed="rId523"/>
          <a:stretch>
            <a:fillRect/>
          </a:stretch>
        </p:blipFill>
        <p:spPr>
          <a:xfrm>
            <a:off x="9522520" y="4451055"/>
            <a:ext cx="232587" cy="348881"/>
          </a:xfrm>
          <a:prstGeom prst="rect">
            <a:avLst/>
          </a:prstGeom>
        </p:spPr>
      </p:pic>
      <p:pic>
        <p:nvPicPr>
          <p:cNvPr id="707" name="Image 526" descr="preencoded.png"/>
          <p:cNvPicPr>
            <a:picLocks noChangeAspect="1"/>
          </p:cNvPicPr>
          <p:nvPr/>
        </p:nvPicPr>
        <p:blipFill>
          <a:blip r:embed="rId524"/>
          <a:stretch>
            <a:fillRect/>
          </a:stretch>
        </p:blipFill>
        <p:spPr>
          <a:xfrm>
            <a:off x="9360126" y="4449061"/>
            <a:ext cx="323961" cy="348881"/>
          </a:xfrm>
          <a:prstGeom prst="rect">
            <a:avLst/>
          </a:prstGeom>
        </p:spPr>
      </p:pic>
      <p:pic>
        <p:nvPicPr>
          <p:cNvPr id="708" name="Image 527" descr="preencoded.png"/>
          <p:cNvPicPr>
            <a:picLocks noChangeAspect="1"/>
          </p:cNvPicPr>
          <p:nvPr/>
        </p:nvPicPr>
        <p:blipFill>
          <a:blip r:embed="rId525"/>
          <a:stretch>
            <a:fillRect/>
          </a:stretch>
        </p:blipFill>
        <p:spPr>
          <a:xfrm>
            <a:off x="9894080" y="4313247"/>
            <a:ext cx="157827" cy="107987"/>
          </a:xfrm>
          <a:prstGeom prst="rect">
            <a:avLst/>
          </a:prstGeom>
        </p:spPr>
      </p:pic>
      <p:pic>
        <p:nvPicPr>
          <p:cNvPr id="709" name="Image 528" descr="preencoded.png"/>
          <p:cNvPicPr>
            <a:picLocks noChangeAspect="1"/>
          </p:cNvPicPr>
          <p:nvPr/>
        </p:nvPicPr>
        <p:blipFill>
          <a:blip r:embed="rId526"/>
          <a:stretch>
            <a:fillRect/>
          </a:stretch>
        </p:blipFill>
        <p:spPr>
          <a:xfrm>
            <a:off x="9885652" y="4352953"/>
            <a:ext cx="207668" cy="107987"/>
          </a:xfrm>
          <a:prstGeom prst="rect">
            <a:avLst/>
          </a:prstGeom>
        </p:spPr>
      </p:pic>
      <p:pic>
        <p:nvPicPr>
          <p:cNvPr id="710" name="Image 529" descr="preencoded.png"/>
          <p:cNvPicPr>
            <a:picLocks noChangeAspect="1"/>
          </p:cNvPicPr>
          <p:nvPr/>
        </p:nvPicPr>
        <p:blipFill>
          <a:blip r:embed="rId527"/>
          <a:stretch>
            <a:fillRect/>
          </a:stretch>
        </p:blipFill>
        <p:spPr>
          <a:xfrm>
            <a:off x="10076661" y="4382774"/>
            <a:ext cx="24920" cy="24920"/>
          </a:xfrm>
          <a:prstGeom prst="rect">
            <a:avLst/>
          </a:prstGeom>
        </p:spPr>
      </p:pic>
      <p:pic>
        <p:nvPicPr>
          <p:cNvPr id="711" name="Image 530" descr="preencoded.png"/>
          <p:cNvPicPr>
            <a:picLocks noChangeAspect="1"/>
          </p:cNvPicPr>
          <p:nvPr/>
        </p:nvPicPr>
        <p:blipFill>
          <a:blip r:embed="rId528"/>
          <a:stretch>
            <a:fillRect/>
          </a:stretch>
        </p:blipFill>
        <p:spPr>
          <a:xfrm>
            <a:off x="10076661" y="4362672"/>
            <a:ext cx="49840" cy="33227"/>
          </a:xfrm>
          <a:prstGeom prst="rect">
            <a:avLst/>
          </a:prstGeom>
        </p:spPr>
      </p:pic>
      <p:pic>
        <p:nvPicPr>
          <p:cNvPr id="712" name="Image 531" descr="preencoded.png"/>
          <p:cNvPicPr>
            <a:picLocks noChangeAspect="1"/>
          </p:cNvPicPr>
          <p:nvPr/>
        </p:nvPicPr>
        <p:blipFill>
          <a:blip r:embed="rId529"/>
          <a:stretch>
            <a:fillRect/>
          </a:stretch>
        </p:blipFill>
        <p:spPr>
          <a:xfrm>
            <a:off x="10022252" y="4323713"/>
            <a:ext cx="16614" cy="49840"/>
          </a:xfrm>
          <a:prstGeom prst="rect">
            <a:avLst/>
          </a:prstGeom>
        </p:spPr>
      </p:pic>
      <p:pic>
        <p:nvPicPr>
          <p:cNvPr id="713" name="Image 532" descr="preencoded.png"/>
          <p:cNvPicPr>
            <a:picLocks noChangeAspect="1"/>
          </p:cNvPicPr>
          <p:nvPr/>
        </p:nvPicPr>
        <p:blipFill>
          <a:blip r:embed="rId530"/>
          <a:stretch>
            <a:fillRect/>
          </a:stretch>
        </p:blipFill>
        <p:spPr>
          <a:xfrm>
            <a:off x="10030891" y="4320723"/>
            <a:ext cx="124601" cy="149520"/>
          </a:xfrm>
          <a:prstGeom prst="rect">
            <a:avLst/>
          </a:prstGeom>
        </p:spPr>
      </p:pic>
      <p:pic>
        <p:nvPicPr>
          <p:cNvPr id="714" name="Image 533" descr="preencoded.png"/>
          <p:cNvPicPr>
            <a:picLocks noChangeAspect="1"/>
          </p:cNvPicPr>
          <p:nvPr/>
        </p:nvPicPr>
        <p:blipFill>
          <a:blip r:embed="rId531"/>
          <a:stretch>
            <a:fillRect/>
          </a:stretch>
        </p:blipFill>
        <p:spPr>
          <a:xfrm>
            <a:off x="10011453" y="4323215"/>
            <a:ext cx="24920" cy="49840"/>
          </a:xfrm>
          <a:prstGeom prst="rect">
            <a:avLst/>
          </a:prstGeom>
        </p:spPr>
      </p:pic>
      <p:pic>
        <p:nvPicPr>
          <p:cNvPr id="715" name="Image 534" descr="preencoded.png"/>
          <p:cNvPicPr>
            <a:picLocks noChangeAspect="1"/>
          </p:cNvPicPr>
          <p:nvPr/>
        </p:nvPicPr>
        <p:blipFill>
          <a:blip r:embed="rId532"/>
          <a:stretch>
            <a:fillRect/>
          </a:stretch>
        </p:blipFill>
        <p:spPr>
          <a:xfrm>
            <a:off x="9894080" y="4401796"/>
            <a:ext cx="41534" cy="58147"/>
          </a:xfrm>
          <a:prstGeom prst="rect">
            <a:avLst/>
          </a:prstGeom>
        </p:spPr>
      </p:pic>
      <p:pic>
        <p:nvPicPr>
          <p:cNvPr id="716" name="Image 535" descr="preencoded.png"/>
          <p:cNvPicPr>
            <a:picLocks noChangeAspect="1"/>
          </p:cNvPicPr>
          <p:nvPr/>
        </p:nvPicPr>
        <p:blipFill>
          <a:blip r:embed="rId533"/>
          <a:stretch>
            <a:fillRect/>
          </a:stretch>
        </p:blipFill>
        <p:spPr>
          <a:xfrm>
            <a:off x="9704937" y="4470492"/>
            <a:ext cx="16614" cy="16614"/>
          </a:xfrm>
          <a:prstGeom prst="rect">
            <a:avLst/>
          </a:prstGeom>
        </p:spPr>
      </p:pic>
      <p:pic>
        <p:nvPicPr>
          <p:cNvPr id="717" name="Image 536" descr="preencoded.png"/>
          <p:cNvPicPr>
            <a:picLocks noChangeAspect="1"/>
          </p:cNvPicPr>
          <p:nvPr/>
        </p:nvPicPr>
        <p:blipFill>
          <a:blip r:embed="rId534"/>
          <a:stretch>
            <a:fillRect/>
          </a:stretch>
        </p:blipFill>
        <p:spPr>
          <a:xfrm>
            <a:off x="9881570" y="4587866"/>
            <a:ext cx="215974" cy="149520"/>
          </a:xfrm>
          <a:prstGeom prst="rect">
            <a:avLst/>
          </a:prstGeom>
        </p:spPr>
      </p:pic>
      <p:pic>
        <p:nvPicPr>
          <p:cNvPr id="718" name="Image 537" descr="preencoded.png"/>
          <p:cNvPicPr>
            <a:picLocks noChangeAspect="1"/>
          </p:cNvPicPr>
          <p:nvPr/>
        </p:nvPicPr>
        <p:blipFill>
          <a:blip r:embed="rId535"/>
          <a:stretch>
            <a:fillRect/>
          </a:stretch>
        </p:blipFill>
        <p:spPr>
          <a:xfrm>
            <a:off x="10076827" y="4652658"/>
            <a:ext cx="24920" cy="33227"/>
          </a:xfrm>
          <a:prstGeom prst="rect">
            <a:avLst/>
          </a:prstGeom>
        </p:spPr>
      </p:pic>
      <p:pic>
        <p:nvPicPr>
          <p:cNvPr id="719" name="Image 538" descr="preencoded.png"/>
          <p:cNvPicPr>
            <a:picLocks noChangeAspect="1"/>
          </p:cNvPicPr>
          <p:nvPr/>
        </p:nvPicPr>
        <p:blipFill>
          <a:blip r:embed="rId536"/>
          <a:stretch>
            <a:fillRect/>
          </a:stretch>
        </p:blipFill>
        <p:spPr>
          <a:xfrm>
            <a:off x="10017451" y="4593265"/>
            <a:ext cx="141214" cy="141214"/>
          </a:xfrm>
          <a:prstGeom prst="rect">
            <a:avLst/>
          </a:prstGeom>
        </p:spPr>
      </p:pic>
      <p:pic>
        <p:nvPicPr>
          <p:cNvPr id="720" name="Image 539" descr="preencoded.png"/>
          <p:cNvPicPr>
            <a:picLocks noChangeAspect="1"/>
          </p:cNvPicPr>
          <p:nvPr/>
        </p:nvPicPr>
        <p:blipFill>
          <a:blip r:embed="rId537"/>
          <a:stretch>
            <a:fillRect/>
          </a:stretch>
        </p:blipFill>
        <p:spPr>
          <a:xfrm>
            <a:off x="10021172" y="4622310"/>
            <a:ext cx="16614" cy="24920"/>
          </a:xfrm>
          <a:prstGeom prst="rect">
            <a:avLst/>
          </a:prstGeom>
        </p:spPr>
      </p:pic>
      <p:pic>
        <p:nvPicPr>
          <p:cNvPr id="721" name="Image 540" descr="preencoded.png"/>
          <p:cNvPicPr>
            <a:picLocks noChangeAspect="1"/>
          </p:cNvPicPr>
          <p:nvPr/>
        </p:nvPicPr>
        <p:blipFill>
          <a:blip r:embed="rId538"/>
          <a:stretch>
            <a:fillRect/>
          </a:stretch>
        </p:blipFill>
        <p:spPr>
          <a:xfrm>
            <a:off x="10104295" y="4751066"/>
            <a:ext cx="41534" cy="49840"/>
          </a:xfrm>
          <a:prstGeom prst="rect">
            <a:avLst/>
          </a:prstGeom>
        </p:spPr>
      </p:pic>
      <p:pic>
        <p:nvPicPr>
          <p:cNvPr id="722" name="Image 541" descr="preencoded.png"/>
          <p:cNvPicPr>
            <a:picLocks noChangeAspect="1"/>
          </p:cNvPicPr>
          <p:nvPr/>
        </p:nvPicPr>
        <p:blipFill>
          <a:blip r:embed="rId539"/>
          <a:stretch>
            <a:fillRect/>
          </a:stretch>
        </p:blipFill>
        <p:spPr>
          <a:xfrm>
            <a:off x="9973325" y="4843629"/>
            <a:ext cx="24920" cy="33227"/>
          </a:xfrm>
          <a:prstGeom prst="rect">
            <a:avLst/>
          </a:prstGeom>
        </p:spPr>
      </p:pic>
      <p:pic>
        <p:nvPicPr>
          <p:cNvPr id="723" name="Image 542" descr="preencoded.png"/>
          <p:cNvPicPr>
            <a:picLocks noChangeAspect="1"/>
          </p:cNvPicPr>
          <p:nvPr/>
        </p:nvPicPr>
        <p:blipFill>
          <a:blip r:embed="rId540"/>
          <a:stretch>
            <a:fillRect/>
          </a:stretch>
        </p:blipFill>
        <p:spPr>
          <a:xfrm>
            <a:off x="10072591" y="4911910"/>
            <a:ext cx="16614" cy="33227"/>
          </a:xfrm>
          <a:prstGeom prst="rect">
            <a:avLst/>
          </a:prstGeom>
        </p:spPr>
      </p:pic>
      <p:pic>
        <p:nvPicPr>
          <p:cNvPr id="724" name="Image 543" descr="preencoded.png"/>
          <p:cNvPicPr>
            <a:picLocks noChangeAspect="1"/>
          </p:cNvPicPr>
          <p:nvPr/>
        </p:nvPicPr>
        <p:blipFill>
          <a:blip r:embed="rId541"/>
          <a:stretch>
            <a:fillRect/>
          </a:stretch>
        </p:blipFill>
        <p:spPr>
          <a:xfrm>
            <a:off x="10024993" y="4910082"/>
            <a:ext cx="16614" cy="33227"/>
          </a:xfrm>
          <a:prstGeom prst="rect">
            <a:avLst/>
          </a:prstGeom>
        </p:spPr>
      </p:pic>
      <p:pic>
        <p:nvPicPr>
          <p:cNvPr id="725" name="Image 544" descr="preencoded.png"/>
          <p:cNvPicPr>
            <a:picLocks noChangeAspect="1"/>
          </p:cNvPicPr>
          <p:nvPr/>
        </p:nvPicPr>
        <p:blipFill>
          <a:blip r:embed="rId542"/>
          <a:stretch>
            <a:fillRect/>
          </a:stretch>
        </p:blipFill>
        <p:spPr>
          <a:xfrm>
            <a:off x="10110869" y="2179637"/>
            <a:ext cx="91373" cy="66453"/>
          </a:xfrm>
          <a:prstGeom prst="rect">
            <a:avLst/>
          </a:prstGeom>
        </p:spPr>
      </p:pic>
      <p:pic>
        <p:nvPicPr>
          <p:cNvPr id="726" name="Image 545" descr="preencoded.png"/>
          <p:cNvPicPr>
            <a:picLocks noChangeAspect="1"/>
          </p:cNvPicPr>
          <p:nvPr/>
        </p:nvPicPr>
        <p:blipFill>
          <a:blip r:embed="rId543"/>
          <a:stretch>
            <a:fillRect/>
          </a:stretch>
        </p:blipFill>
        <p:spPr>
          <a:xfrm>
            <a:off x="9838918" y="2534218"/>
            <a:ext cx="74760" cy="33227"/>
          </a:xfrm>
          <a:prstGeom prst="rect">
            <a:avLst/>
          </a:prstGeom>
        </p:spPr>
      </p:pic>
      <p:pic>
        <p:nvPicPr>
          <p:cNvPr id="727" name="Image 546" descr="preencoded.png"/>
          <p:cNvPicPr>
            <a:picLocks noChangeAspect="1"/>
          </p:cNvPicPr>
          <p:nvPr/>
        </p:nvPicPr>
        <p:blipFill>
          <a:blip r:embed="rId544"/>
          <a:stretch>
            <a:fillRect/>
          </a:stretch>
        </p:blipFill>
        <p:spPr>
          <a:xfrm>
            <a:off x="9922658" y="2536862"/>
            <a:ext cx="83067" cy="83067"/>
          </a:xfrm>
          <a:prstGeom prst="rect">
            <a:avLst/>
          </a:prstGeom>
        </p:spPr>
      </p:pic>
      <p:sp>
        <p:nvSpPr>
          <p:cNvPr id="728" name="Shape 179"/>
          <p:cNvSpPr/>
          <p:nvPr/>
        </p:nvSpPr>
        <p:spPr>
          <a:xfrm rot="-18000">
            <a:off x="9980636" y="2539603"/>
            <a:ext cx="19770" cy="47514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729" name="Image 547" descr="preencoded.png"/>
          <p:cNvPicPr>
            <a:picLocks noChangeAspect="1"/>
          </p:cNvPicPr>
          <p:nvPr/>
        </p:nvPicPr>
        <p:blipFill>
          <a:blip r:embed="rId545"/>
          <a:stretch>
            <a:fillRect/>
          </a:stretch>
        </p:blipFill>
        <p:spPr>
          <a:xfrm>
            <a:off x="10034327" y="2543592"/>
            <a:ext cx="58147" cy="83067"/>
          </a:xfrm>
          <a:prstGeom prst="rect">
            <a:avLst/>
          </a:prstGeom>
        </p:spPr>
      </p:pic>
      <p:pic>
        <p:nvPicPr>
          <p:cNvPr id="730" name="Image 548" descr="preencoded.png"/>
          <p:cNvPicPr>
            <a:picLocks noChangeAspect="1"/>
          </p:cNvPicPr>
          <p:nvPr/>
        </p:nvPicPr>
        <p:blipFill>
          <a:blip r:embed="rId546"/>
          <a:stretch>
            <a:fillRect/>
          </a:stretch>
        </p:blipFill>
        <p:spPr>
          <a:xfrm>
            <a:off x="9837428" y="2550916"/>
            <a:ext cx="83067" cy="83067"/>
          </a:xfrm>
          <a:prstGeom prst="rect">
            <a:avLst/>
          </a:prstGeom>
        </p:spPr>
      </p:pic>
      <p:sp>
        <p:nvSpPr>
          <p:cNvPr id="731" name="Shape 180"/>
          <p:cNvSpPr/>
          <p:nvPr/>
        </p:nvSpPr>
        <p:spPr>
          <a:xfrm rot="18000">
            <a:off x="6904420" y="3724386"/>
            <a:ext cx="109980" cy="85060"/>
          </a:xfrm>
          <a:prstGeom prst="roundRect">
            <a:avLst/>
          </a:prstGeom>
          <a:solidFill>
            <a:srgbClr val="ACC6C1"/>
          </a:solidFill>
          <a:ln/>
        </p:spPr>
      </p:sp>
      <p:pic>
        <p:nvPicPr>
          <p:cNvPr id="732" name="Image 549" descr="preencoded.png"/>
          <p:cNvPicPr>
            <a:picLocks noChangeAspect="1"/>
          </p:cNvPicPr>
          <p:nvPr/>
        </p:nvPicPr>
        <p:blipFill>
          <a:blip r:embed="rId547"/>
          <a:stretch>
            <a:fillRect/>
          </a:stretch>
        </p:blipFill>
        <p:spPr>
          <a:xfrm>
            <a:off x="9215860" y="4313443"/>
            <a:ext cx="946962" cy="614694"/>
          </a:xfrm>
          <a:prstGeom prst="rect">
            <a:avLst/>
          </a:prstGeom>
        </p:spPr>
      </p:pic>
      <p:pic>
        <p:nvPicPr>
          <p:cNvPr id="733" name="Image 550" descr="preencoded.png"/>
          <p:cNvPicPr>
            <a:picLocks noChangeAspect="1"/>
          </p:cNvPicPr>
          <p:nvPr/>
        </p:nvPicPr>
        <p:blipFill>
          <a:blip r:embed="rId548"/>
          <a:stretch>
            <a:fillRect/>
          </a:stretch>
        </p:blipFill>
        <p:spPr>
          <a:xfrm>
            <a:off x="9898233" y="4324679"/>
            <a:ext cx="141214" cy="132907"/>
          </a:xfrm>
          <a:prstGeom prst="rect">
            <a:avLst/>
          </a:prstGeom>
        </p:spPr>
      </p:pic>
      <p:pic>
        <p:nvPicPr>
          <p:cNvPr id="734" name="Image 551" descr="preencoded.png"/>
          <p:cNvPicPr>
            <a:picLocks noChangeAspect="1"/>
          </p:cNvPicPr>
          <p:nvPr/>
        </p:nvPicPr>
        <p:blipFill>
          <a:blip r:embed="rId549"/>
          <a:stretch>
            <a:fillRect/>
          </a:stretch>
        </p:blipFill>
        <p:spPr>
          <a:xfrm>
            <a:off x="10080814" y="4366825"/>
            <a:ext cx="74760" cy="99681"/>
          </a:xfrm>
          <a:prstGeom prst="rect">
            <a:avLst/>
          </a:prstGeom>
        </p:spPr>
      </p:pic>
      <p:pic>
        <p:nvPicPr>
          <p:cNvPr id="735" name="Image 552" descr="preencoded.png"/>
          <p:cNvPicPr>
            <a:picLocks noChangeAspect="1"/>
          </p:cNvPicPr>
          <p:nvPr/>
        </p:nvPicPr>
        <p:blipFill>
          <a:blip r:embed="rId550"/>
          <a:stretch>
            <a:fillRect/>
          </a:stretch>
        </p:blipFill>
        <p:spPr>
          <a:xfrm>
            <a:off x="9308250" y="4382434"/>
            <a:ext cx="407028" cy="149520"/>
          </a:xfrm>
          <a:prstGeom prst="rect">
            <a:avLst/>
          </a:prstGeom>
        </p:spPr>
      </p:pic>
      <p:pic>
        <p:nvPicPr>
          <p:cNvPr id="736" name="Image 553" descr="preencoded.png"/>
          <p:cNvPicPr>
            <a:picLocks noChangeAspect="1"/>
          </p:cNvPicPr>
          <p:nvPr/>
        </p:nvPicPr>
        <p:blipFill>
          <a:blip r:embed="rId551"/>
          <a:stretch>
            <a:fillRect/>
          </a:stretch>
        </p:blipFill>
        <p:spPr>
          <a:xfrm>
            <a:off x="10090345" y="4401854"/>
            <a:ext cx="58147" cy="66453"/>
          </a:xfrm>
          <a:prstGeom prst="rect">
            <a:avLst/>
          </a:prstGeom>
        </p:spPr>
      </p:pic>
      <p:pic>
        <p:nvPicPr>
          <p:cNvPr id="737" name="Image 554" descr="preencoded.png"/>
          <p:cNvPicPr>
            <a:picLocks noChangeAspect="1"/>
          </p:cNvPicPr>
          <p:nvPr/>
        </p:nvPicPr>
        <p:blipFill>
          <a:blip r:embed="rId552"/>
          <a:stretch>
            <a:fillRect/>
          </a:stretch>
        </p:blipFill>
        <p:spPr>
          <a:xfrm>
            <a:off x="9889806" y="4405950"/>
            <a:ext cx="41534" cy="49840"/>
          </a:xfrm>
          <a:prstGeom prst="rect">
            <a:avLst/>
          </a:prstGeom>
        </p:spPr>
      </p:pic>
      <p:pic>
        <p:nvPicPr>
          <p:cNvPr id="738" name="Image 555" descr="preencoded.png"/>
          <p:cNvPicPr>
            <a:picLocks noChangeAspect="1"/>
          </p:cNvPicPr>
          <p:nvPr/>
        </p:nvPicPr>
        <p:blipFill>
          <a:blip r:embed="rId553"/>
          <a:stretch>
            <a:fillRect/>
          </a:stretch>
        </p:blipFill>
        <p:spPr>
          <a:xfrm>
            <a:off x="9364279" y="4453214"/>
            <a:ext cx="398721" cy="166134"/>
          </a:xfrm>
          <a:prstGeom prst="rect">
            <a:avLst/>
          </a:prstGeom>
        </p:spPr>
      </p:pic>
      <p:sp>
        <p:nvSpPr>
          <p:cNvPr id="739" name="Shape 181"/>
          <p:cNvSpPr/>
          <p:nvPr/>
        </p:nvSpPr>
        <p:spPr>
          <a:xfrm rot="-222000">
            <a:off x="9898067" y="4478799"/>
            <a:ext cx="17942" cy="48012"/>
          </a:xfrm>
          <a:prstGeom prst="roundRect">
            <a:avLst/>
          </a:prstGeom>
          <a:solidFill>
            <a:srgbClr val="010101"/>
          </a:solidFill>
          <a:ln/>
        </p:spPr>
      </p:sp>
      <p:pic>
        <p:nvPicPr>
          <p:cNvPr id="740" name="Image 556" descr="preencoded.png"/>
          <p:cNvPicPr>
            <a:picLocks noChangeAspect="1"/>
          </p:cNvPicPr>
          <p:nvPr/>
        </p:nvPicPr>
        <p:blipFill>
          <a:blip r:embed="rId554"/>
          <a:stretch>
            <a:fillRect/>
          </a:stretch>
        </p:blipFill>
        <p:spPr>
          <a:xfrm>
            <a:off x="10074728" y="4477221"/>
            <a:ext cx="99681" cy="49840"/>
          </a:xfrm>
          <a:prstGeom prst="rect">
            <a:avLst/>
          </a:prstGeom>
        </p:spPr>
      </p:pic>
      <p:pic>
        <p:nvPicPr>
          <p:cNvPr id="741" name="Image 557" descr="preencoded.png"/>
          <p:cNvPicPr>
            <a:picLocks noChangeAspect="1"/>
          </p:cNvPicPr>
          <p:nvPr/>
        </p:nvPicPr>
        <p:blipFill>
          <a:blip r:embed="rId555"/>
          <a:stretch>
            <a:fillRect/>
          </a:stretch>
        </p:blipFill>
        <p:spPr>
          <a:xfrm>
            <a:off x="9753032" y="4573529"/>
            <a:ext cx="16614" cy="33227"/>
          </a:xfrm>
          <a:prstGeom prst="rect">
            <a:avLst/>
          </a:prstGeom>
        </p:spPr>
      </p:pic>
      <p:pic>
        <p:nvPicPr>
          <p:cNvPr id="742" name="Image 558" descr="preencoded.png"/>
          <p:cNvPicPr>
            <a:picLocks noChangeAspect="1"/>
          </p:cNvPicPr>
          <p:nvPr/>
        </p:nvPicPr>
        <p:blipFill>
          <a:blip r:embed="rId556"/>
          <a:stretch>
            <a:fillRect/>
          </a:stretch>
        </p:blipFill>
        <p:spPr>
          <a:xfrm>
            <a:off x="9879810" y="4590400"/>
            <a:ext cx="282427" cy="157827"/>
          </a:xfrm>
          <a:prstGeom prst="rect">
            <a:avLst/>
          </a:prstGeom>
        </p:spPr>
      </p:pic>
      <p:pic>
        <p:nvPicPr>
          <p:cNvPr id="743" name="Image 559" descr="preencoded.png"/>
          <p:cNvPicPr>
            <a:picLocks noChangeAspect="1"/>
          </p:cNvPicPr>
          <p:nvPr/>
        </p:nvPicPr>
        <p:blipFill>
          <a:blip r:embed="rId557"/>
          <a:stretch>
            <a:fillRect/>
          </a:stretch>
        </p:blipFill>
        <p:spPr>
          <a:xfrm>
            <a:off x="10021605" y="4601572"/>
            <a:ext cx="16614" cy="33227"/>
          </a:xfrm>
          <a:prstGeom prst="rect">
            <a:avLst/>
          </a:prstGeom>
        </p:spPr>
      </p:pic>
      <p:pic>
        <p:nvPicPr>
          <p:cNvPr id="744" name="Image 560" descr="preencoded.png"/>
          <p:cNvPicPr>
            <a:picLocks noChangeAspect="1"/>
          </p:cNvPicPr>
          <p:nvPr/>
        </p:nvPicPr>
        <p:blipFill>
          <a:blip r:embed="rId558"/>
          <a:stretch>
            <a:fillRect/>
          </a:stretch>
        </p:blipFill>
        <p:spPr>
          <a:xfrm>
            <a:off x="9305662" y="4621342"/>
            <a:ext cx="456868" cy="240894"/>
          </a:xfrm>
          <a:prstGeom prst="rect">
            <a:avLst/>
          </a:prstGeom>
        </p:spPr>
      </p:pic>
      <p:pic>
        <p:nvPicPr>
          <p:cNvPr id="745" name="Image 561" descr="preencoded.png"/>
          <p:cNvPicPr>
            <a:picLocks noChangeAspect="1"/>
          </p:cNvPicPr>
          <p:nvPr/>
        </p:nvPicPr>
        <p:blipFill>
          <a:blip r:embed="rId559"/>
          <a:stretch>
            <a:fillRect/>
          </a:stretch>
        </p:blipFill>
        <p:spPr>
          <a:xfrm>
            <a:off x="10074687" y="4748391"/>
            <a:ext cx="99681" cy="58147"/>
          </a:xfrm>
          <a:prstGeom prst="rect">
            <a:avLst/>
          </a:prstGeom>
        </p:spPr>
      </p:pic>
      <p:pic>
        <p:nvPicPr>
          <p:cNvPr id="746" name="Image 562" descr="preencoded.png"/>
          <p:cNvPicPr>
            <a:picLocks noChangeAspect="1"/>
          </p:cNvPicPr>
          <p:nvPr/>
        </p:nvPicPr>
        <p:blipFill>
          <a:blip r:embed="rId560"/>
          <a:stretch>
            <a:fillRect/>
          </a:stretch>
        </p:blipFill>
        <p:spPr>
          <a:xfrm>
            <a:off x="9892268" y="4752209"/>
            <a:ext cx="24920" cy="49840"/>
          </a:xfrm>
          <a:prstGeom prst="rect">
            <a:avLst/>
          </a:prstGeom>
        </p:spPr>
      </p:pic>
      <p:pic>
        <p:nvPicPr>
          <p:cNvPr id="747" name="Image 563" descr="preencoded.png"/>
          <p:cNvPicPr>
            <a:picLocks noChangeAspect="1"/>
          </p:cNvPicPr>
          <p:nvPr/>
        </p:nvPicPr>
        <p:blipFill>
          <a:blip r:embed="rId561"/>
          <a:stretch>
            <a:fillRect/>
          </a:stretch>
        </p:blipFill>
        <p:spPr>
          <a:xfrm>
            <a:off x="10108449" y="4755219"/>
            <a:ext cx="33227" cy="41534"/>
          </a:xfrm>
          <a:prstGeom prst="rect">
            <a:avLst/>
          </a:prstGeom>
        </p:spPr>
      </p:pic>
      <p:pic>
        <p:nvPicPr>
          <p:cNvPr id="748" name="Image 564" descr="preencoded.png"/>
          <p:cNvPicPr>
            <a:picLocks noChangeAspect="1"/>
          </p:cNvPicPr>
          <p:nvPr/>
        </p:nvPicPr>
        <p:blipFill>
          <a:blip r:embed="rId562"/>
          <a:stretch>
            <a:fillRect/>
          </a:stretch>
        </p:blipFill>
        <p:spPr>
          <a:xfrm>
            <a:off x="9882617" y="4831100"/>
            <a:ext cx="107987" cy="58147"/>
          </a:xfrm>
          <a:prstGeom prst="rect">
            <a:avLst/>
          </a:prstGeom>
        </p:spPr>
      </p:pic>
      <p:pic>
        <p:nvPicPr>
          <p:cNvPr id="749" name="Image 565" descr="preencoded.png"/>
          <p:cNvPicPr>
            <a:picLocks noChangeAspect="1"/>
          </p:cNvPicPr>
          <p:nvPr/>
        </p:nvPicPr>
        <p:blipFill>
          <a:blip r:embed="rId563"/>
          <a:stretch>
            <a:fillRect/>
          </a:stretch>
        </p:blipFill>
        <p:spPr>
          <a:xfrm>
            <a:off x="9977479" y="4847782"/>
            <a:ext cx="191054" cy="24920"/>
          </a:xfrm>
          <a:prstGeom prst="rect">
            <a:avLst/>
          </a:prstGeom>
        </p:spPr>
      </p:pic>
      <p:pic>
        <p:nvPicPr>
          <p:cNvPr id="750" name="Image 566" descr="preencoded.png"/>
          <p:cNvPicPr>
            <a:picLocks noChangeAspect="1"/>
          </p:cNvPicPr>
          <p:nvPr/>
        </p:nvPicPr>
        <p:blipFill>
          <a:blip r:embed="rId564"/>
          <a:stretch>
            <a:fillRect/>
          </a:stretch>
        </p:blipFill>
        <p:spPr>
          <a:xfrm>
            <a:off x="10029147" y="4892840"/>
            <a:ext cx="58147" cy="66453"/>
          </a:xfrm>
          <a:prstGeom prst="rect">
            <a:avLst/>
          </a:prstGeom>
        </p:spPr>
      </p:pic>
      <p:pic>
        <p:nvPicPr>
          <p:cNvPr id="751" name="Image 567" descr="preencoded.png"/>
          <p:cNvPicPr>
            <a:picLocks noChangeAspect="1"/>
          </p:cNvPicPr>
          <p:nvPr/>
        </p:nvPicPr>
        <p:blipFill>
          <a:blip r:embed="rId565"/>
          <a:stretch>
            <a:fillRect/>
          </a:stretch>
        </p:blipFill>
        <p:spPr>
          <a:xfrm>
            <a:off x="9884195" y="4914235"/>
            <a:ext cx="282427" cy="33227"/>
          </a:xfrm>
          <a:prstGeom prst="rect">
            <a:avLst/>
          </a:prstGeom>
        </p:spPr>
      </p:pic>
      <p:pic>
        <p:nvPicPr>
          <p:cNvPr id="752" name="Image 568" descr="preencoded.png"/>
          <p:cNvPicPr>
            <a:picLocks noChangeAspect="1"/>
          </p:cNvPicPr>
          <p:nvPr/>
        </p:nvPicPr>
        <p:blipFill>
          <a:blip r:embed="rId566"/>
          <a:stretch>
            <a:fillRect/>
          </a:stretch>
        </p:blipFill>
        <p:spPr>
          <a:xfrm>
            <a:off x="9854575" y="2566573"/>
            <a:ext cx="41534" cy="16614"/>
          </a:xfrm>
          <a:prstGeom prst="rect">
            <a:avLst/>
          </a:prstGeom>
        </p:spPr>
      </p:pic>
      <p:pic>
        <p:nvPicPr>
          <p:cNvPr id="753" name="Image 569" descr="preencoded.png"/>
          <p:cNvPicPr>
            <a:picLocks noChangeAspect="1"/>
          </p:cNvPicPr>
          <p:nvPr/>
        </p:nvPicPr>
        <p:blipFill>
          <a:blip r:embed="rId567"/>
          <a:stretch>
            <a:fillRect/>
          </a:stretch>
        </p:blipFill>
        <p:spPr>
          <a:xfrm>
            <a:off x="10006373" y="4420668"/>
            <a:ext cx="41534" cy="49840"/>
          </a:xfrm>
          <a:prstGeom prst="rect">
            <a:avLst/>
          </a:prstGeom>
        </p:spPr>
      </p:pic>
      <p:sp>
        <p:nvSpPr>
          <p:cNvPr id="754" name="Shape 182"/>
          <p:cNvSpPr/>
          <p:nvPr/>
        </p:nvSpPr>
        <p:spPr>
          <a:xfrm rot="-5298000">
            <a:off x="10103824" y="4490013"/>
            <a:ext cx="35054" cy="2575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55" name="Shape 183"/>
          <p:cNvSpPr/>
          <p:nvPr/>
        </p:nvSpPr>
        <p:spPr>
          <a:xfrm rot="-5346000">
            <a:off x="10135140" y="4491923"/>
            <a:ext cx="37380" cy="23923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56" name="Image 570" descr="preencoded.png"/>
          <p:cNvPicPr>
            <a:picLocks noChangeAspect="1"/>
          </p:cNvPicPr>
          <p:nvPr/>
        </p:nvPicPr>
        <p:blipFill>
          <a:blip r:embed="rId568"/>
          <a:stretch>
            <a:fillRect/>
          </a:stretch>
        </p:blipFill>
        <p:spPr>
          <a:xfrm>
            <a:off x="9974069" y="4611429"/>
            <a:ext cx="16614" cy="16614"/>
          </a:xfrm>
          <a:prstGeom prst="rect">
            <a:avLst/>
          </a:prstGeom>
        </p:spPr>
      </p:pic>
      <p:pic>
        <p:nvPicPr>
          <p:cNvPr id="757" name="Image 571" descr="preencoded.png"/>
          <p:cNvPicPr>
            <a:picLocks noChangeAspect="1"/>
          </p:cNvPicPr>
          <p:nvPr/>
        </p:nvPicPr>
        <p:blipFill>
          <a:blip r:embed="rId569"/>
          <a:stretch>
            <a:fillRect/>
          </a:stretch>
        </p:blipFill>
        <p:spPr>
          <a:xfrm>
            <a:off x="9805341" y="4613606"/>
            <a:ext cx="16614" cy="16614"/>
          </a:xfrm>
          <a:prstGeom prst="rect">
            <a:avLst/>
          </a:prstGeom>
        </p:spPr>
      </p:pic>
      <p:pic>
        <p:nvPicPr>
          <p:cNvPr id="758" name="Image 572" descr="preencoded.png"/>
          <p:cNvPicPr>
            <a:picLocks noChangeAspect="1"/>
          </p:cNvPicPr>
          <p:nvPr/>
        </p:nvPicPr>
        <p:blipFill>
          <a:blip r:embed="rId570"/>
          <a:stretch>
            <a:fillRect/>
          </a:stretch>
        </p:blipFill>
        <p:spPr>
          <a:xfrm>
            <a:off x="9924497" y="4641130"/>
            <a:ext cx="24920" cy="24920"/>
          </a:xfrm>
          <a:prstGeom prst="rect">
            <a:avLst/>
          </a:prstGeom>
        </p:spPr>
      </p:pic>
      <p:pic>
        <p:nvPicPr>
          <p:cNvPr id="759" name="Image 573" descr="preencoded.png"/>
          <p:cNvPicPr>
            <a:picLocks noChangeAspect="1"/>
          </p:cNvPicPr>
          <p:nvPr/>
        </p:nvPicPr>
        <p:blipFill>
          <a:blip r:embed="rId571"/>
          <a:stretch>
            <a:fillRect/>
          </a:stretch>
        </p:blipFill>
        <p:spPr>
          <a:xfrm>
            <a:off x="10034812" y="4689572"/>
            <a:ext cx="24920" cy="24920"/>
          </a:xfrm>
          <a:prstGeom prst="rect">
            <a:avLst/>
          </a:prstGeom>
        </p:spPr>
      </p:pic>
      <p:pic>
        <p:nvPicPr>
          <p:cNvPr id="760" name="Image 574" descr="preencoded.png"/>
          <p:cNvPicPr>
            <a:picLocks noChangeAspect="1"/>
          </p:cNvPicPr>
          <p:nvPr/>
        </p:nvPicPr>
        <p:blipFill>
          <a:blip r:embed="rId572"/>
          <a:stretch>
            <a:fillRect/>
          </a:stretch>
        </p:blipFill>
        <p:spPr>
          <a:xfrm>
            <a:off x="10007666" y="4708359"/>
            <a:ext cx="33227" cy="33227"/>
          </a:xfrm>
          <a:prstGeom prst="rect">
            <a:avLst/>
          </a:prstGeom>
        </p:spPr>
      </p:pic>
      <p:sp>
        <p:nvSpPr>
          <p:cNvPr id="761" name="Shape 184"/>
          <p:cNvSpPr/>
          <p:nvPr/>
        </p:nvSpPr>
        <p:spPr>
          <a:xfrm rot="-5340000">
            <a:off x="10134475" y="4763469"/>
            <a:ext cx="38211" cy="2475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2" name="Shape 185"/>
          <p:cNvSpPr/>
          <p:nvPr/>
        </p:nvSpPr>
        <p:spPr>
          <a:xfrm>
            <a:off x="9941262" y="4842881"/>
            <a:ext cx="35386" cy="35386"/>
          </a:xfrm>
          <a:prstGeom prst="ellipse">
            <a:avLst/>
          </a:prstGeom>
          <a:solidFill>
            <a:srgbClr val="F6F8F9"/>
          </a:solidFill>
          <a:ln/>
        </p:spPr>
      </p:sp>
      <p:sp>
        <p:nvSpPr>
          <p:cNvPr id="763" name="Shape 186"/>
          <p:cNvSpPr/>
          <p:nvPr/>
        </p:nvSpPr>
        <p:spPr>
          <a:xfrm rot="-10224000">
            <a:off x="10039114" y="4912491"/>
            <a:ext cx="37214" cy="3156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4" name="Text 187"/>
          <p:cNvSpPr/>
          <p:nvPr/>
        </p:nvSpPr>
        <p:spPr>
          <a:xfrm>
            <a:off x="3698247" y="475536"/>
            <a:ext cx="4680257" cy="32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94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상권더하기 서비스의 3단계 동작 과정</a:t>
            </a:r>
            <a:endParaRPr lang="en-US" sz="2194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65" name="Text 188"/>
          <p:cNvSpPr/>
          <p:nvPr/>
        </p:nvSpPr>
        <p:spPr>
          <a:xfrm>
            <a:off x="5296994" y="1136299"/>
            <a:ext cx="1745593" cy="191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7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2.다면적 상권 심층 분석</a:t>
            </a:r>
            <a:endParaRPr lang="en-US" sz="127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66" name="Text 189"/>
          <p:cNvSpPr/>
          <p:nvPr/>
        </p:nvSpPr>
        <p:spPr>
          <a:xfrm>
            <a:off x="1268542" y="1243892"/>
            <a:ext cx="2290242" cy="19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82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1.사용자 입력 기반 데이터 융합</a:t>
            </a:r>
            <a:endParaRPr lang="en-US" sz="1282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69" name="Text 192"/>
          <p:cNvSpPr/>
          <p:nvPr/>
        </p:nvSpPr>
        <p:spPr>
          <a:xfrm>
            <a:off x="9024328" y="1243608"/>
            <a:ext cx="1595702" cy="192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8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3.통합 분석 및 브랜딩</a:t>
            </a:r>
            <a:endParaRPr lang="en-US" sz="128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0" name="Text 193"/>
          <p:cNvSpPr/>
          <p:nvPr/>
        </p:nvSpPr>
        <p:spPr>
          <a:xfrm>
            <a:off x="5135595" y="1352762"/>
            <a:ext cx="2070193" cy="20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39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(LLM멀티에이전트시스템)</a:t>
            </a:r>
            <a:endParaRPr lang="en-US" sz="139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1" name="Text 194"/>
          <p:cNvSpPr/>
          <p:nvPr/>
        </p:nvSpPr>
        <p:spPr>
          <a:xfrm>
            <a:off x="5944624" y="1861183"/>
            <a:ext cx="1253746" cy="132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64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분석에이전트</a:t>
            </a:r>
            <a:endParaRPr lang="en-US" sz="864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2" name="Text 195"/>
          <p:cNvSpPr/>
          <p:nvPr/>
        </p:nvSpPr>
        <p:spPr>
          <a:xfrm>
            <a:off x="974984" y="1897105"/>
            <a:ext cx="1088757" cy="135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8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상호명,자치구/행정동</a:t>
            </a:r>
            <a:endParaRPr lang="en-US" sz="88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3" name="Text 196"/>
          <p:cNvSpPr/>
          <p:nvPr/>
        </p:nvSpPr>
        <p:spPr>
          <a:xfrm>
            <a:off x="977600" y="2089367"/>
            <a:ext cx="1258142" cy="141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2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운영요일,오든/마감시간</a:t>
            </a:r>
            <a:endParaRPr lang="en-US" sz="92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4" name="Text 197"/>
          <p:cNvSpPr/>
          <p:nvPr/>
        </p:nvSpPr>
        <p:spPr>
          <a:xfrm>
            <a:off x="902738" y="2277974"/>
            <a:ext cx="696101" cy="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시그니처상품</a:t>
            </a:r>
            <a:endParaRPr lang="en-US" sz="90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5" name="Text 198"/>
          <p:cNvSpPr/>
          <p:nvPr/>
        </p:nvSpPr>
        <p:spPr>
          <a:xfrm>
            <a:off x="9831033" y="2229440"/>
            <a:ext cx="259914" cy="11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ko-KR" altLang="en-US" sz="90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후보</a:t>
            </a:r>
            <a:r>
              <a:rPr lang="en-US" altLang="ko-KR" sz="90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en-US" sz="90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6" name="Text 199"/>
          <p:cNvSpPr/>
          <p:nvPr/>
        </p:nvSpPr>
        <p:spPr>
          <a:xfrm>
            <a:off x="959450" y="2450994"/>
            <a:ext cx="632292" cy="149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8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가게분위기</a:t>
            </a:r>
            <a:endParaRPr lang="en-US" sz="98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7" name="Text 200"/>
          <p:cNvSpPr/>
          <p:nvPr/>
        </p:nvSpPr>
        <p:spPr>
          <a:xfrm>
            <a:off x="2829373" y="2573634"/>
            <a:ext cx="520302" cy="132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6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Kakao APl</a:t>
            </a:r>
            <a:endParaRPr lang="en-US" sz="86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8" name="Text 201"/>
          <p:cNvSpPr/>
          <p:nvPr/>
        </p:nvSpPr>
        <p:spPr>
          <a:xfrm>
            <a:off x="7363406" y="2612376"/>
            <a:ext cx="599877" cy="142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32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상권황성도</a:t>
            </a:r>
            <a:endParaRPr lang="en-US" sz="932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79" name="Text 202"/>
          <p:cNvSpPr/>
          <p:nvPr/>
        </p:nvSpPr>
        <p:spPr>
          <a:xfrm>
            <a:off x="5951145" y="2650208"/>
            <a:ext cx="510280" cy="12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36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Population</a:t>
            </a:r>
            <a:endParaRPr lang="en-US" sz="836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0" name="Text 203"/>
          <p:cNvSpPr/>
          <p:nvPr/>
        </p:nvSpPr>
        <p:spPr>
          <a:xfrm>
            <a:off x="6719306" y="2649502"/>
            <a:ext cx="277338" cy="12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4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Sales</a:t>
            </a:r>
            <a:endParaRPr lang="en-US" sz="84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1" name="Text 204"/>
          <p:cNvSpPr/>
          <p:nvPr/>
        </p:nvSpPr>
        <p:spPr>
          <a:xfrm>
            <a:off x="2642135" y="2734706"/>
            <a:ext cx="923751" cy="129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4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(짐포수, 역거리 등)</a:t>
            </a:r>
            <a:endParaRPr lang="en-US" sz="84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2" name="Text 205"/>
          <p:cNvSpPr/>
          <p:nvPr/>
        </p:nvSpPr>
        <p:spPr>
          <a:xfrm>
            <a:off x="6104468" y="2773577"/>
            <a:ext cx="229295" cy="14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78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flow</a:t>
            </a:r>
            <a:endParaRPr lang="en-US" sz="97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3" name="Text 206"/>
          <p:cNvSpPr/>
          <p:nvPr/>
        </p:nvSpPr>
        <p:spPr>
          <a:xfrm>
            <a:off x="6622740" y="2785807"/>
            <a:ext cx="456466" cy="131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58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over time</a:t>
            </a:r>
            <a:endParaRPr lang="en-US" sz="85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4" name="Text 207"/>
          <p:cNvSpPr/>
          <p:nvPr/>
        </p:nvSpPr>
        <p:spPr>
          <a:xfrm>
            <a:off x="7363406" y="2761897"/>
            <a:ext cx="599877" cy="142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32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보고서생성</a:t>
            </a:r>
            <a:endParaRPr lang="en-US" sz="932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5" name="Text 208"/>
          <p:cNvSpPr/>
          <p:nvPr/>
        </p:nvSpPr>
        <p:spPr>
          <a:xfrm>
            <a:off x="826086" y="2830769"/>
            <a:ext cx="1123599" cy="14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74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8주고객연렁층/성별</a:t>
            </a:r>
            <a:endParaRPr lang="en-US" sz="974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6" name="Text 209"/>
          <p:cNvSpPr/>
          <p:nvPr/>
        </p:nvSpPr>
        <p:spPr>
          <a:xfrm>
            <a:off x="5968672" y="3239009"/>
            <a:ext cx="1203755" cy="134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79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 에이전트</a:t>
            </a:r>
            <a:endParaRPr lang="en-US" sz="879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7" name="Text 210"/>
          <p:cNvSpPr/>
          <p:nvPr/>
        </p:nvSpPr>
        <p:spPr>
          <a:xfrm>
            <a:off x="9099920" y="3385828"/>
            <a:ext cx="1126480" cy="142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3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3개후보생성,1개채택</a:t>
            </a:r>
            <a:endParaRPr lang="en-US" sz="93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8" name="Text 211"/>
          <p:cNvSpPr/>
          <p:nvPr/>
        </p:nvSpPr>
        <p:spPr>
          <a:xfrm>
            <a:off x="5489418" y="3505074"/>
            <a:ext cx="276224" cy="159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</a:t>
            </a:r>
            <a:endParaRPr lang="en-US" sz="105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89" name="Text 212"/>
          <p:cNvSpPr/>
          <p:nvPr/>
        </p:nvSpPr>
        <p:spPr>
          <a:xfrm>
            <a:off x="5489543" y="3776969"/>
            <a:ext cx="284343" cy="16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8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분석</a:t>
            </a:r>
            <a:endParaRPr lang="en-US" sz="108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0" name="Text 213"/>
          <p:cNvSpPr/>
          <p:nvPr/>
        </p:nvSpPr>
        <p:spPr>
          <a:xfrm>
            <a:off x="9204915" y="3940255"/>
            <a:ext cx="972203" cy="144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49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중합분석에이전트</a:t>
            </a:r>
            <a:endParaRPr lang="en-US" sz="949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1" name="Text 214"/>
          <p:cNvSpPr/>
          <p:nvPr/>
        </p:nvSpPr>
        <p:spPr>
          <a:xfrm>
            <a:off x="3741816" y="4007378"/>
            <a:ext cx="603192" cy="14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5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JSON 파일</a:t>
            </a:r>
            <a:endParaRPr lang="en-US" sz="95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2" name="Text 215"/>
          <p:cNvSpPr/>
          <p:nvPr/>
        </p:nvSpPr>
        <p:spPr>
          <a:xfrm>
            <a:off x="5959327" y="4034051"/>
            <a:ext cx="520543" cy="12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2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Competitor</a:t>
            </a:r>
            <a:endParaRPr lang="en-US" sz="82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3" name="Text 216"/>
          <p:cNvSpPr/>
          <p:nvPr/>
        </p:nvSpPr>
        <p:spPr>
          <a:xfrm>
            <a:off x="3919454" y="4173762"/>
            <a:ext cx="276224" cy="159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5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생성</a:t>
            </a:r>
            <a:endParaRPr lang="en-US" sz="1055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4" name="Text 217"/>
          <p:cNvSpPr/>
          <p:nvPr/>
        </p:nvSpPr>
        <p:spPr>
          <a:xfrm>
            <a:off x="4953520" y="4112121"/>
            <a:ext cx="306927" cy="18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9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endParaRPr lang="en-US" sz="1209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5" name="Text 218"/>
          <p:cNvSpPr/>
          <p:nvPr/>
        </p:nvSpPr>
        <p:spPr>
          <a:xfrm>
            <a:off x="6104113" y="4169719"/>
            <a:ext cx="201889" cy="120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784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ratio</a:t>
            </a:r>
            <a:endParaRPr lang="en-US" sz="784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6" name="Text 219"/>
          <p:cNvSpPr/>
          <p:nvPr/>
        </p:nvSpPr>
        <p:spPr>
          <a:xfrm>
            <a:off x="7371464" y="4142583"/>
            <a:ext cx="583670" cy="138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6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보고서생성</a:t>
            </a:r>
            <a:endParaRPr lang="en-US" sz="906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7" name="Text 220"/>
          <p:cNvSpPr/>
          <p:nvPr/>
        </p:nvSpPr>
        <p:spPr>
          <a:xfrm>
            <a:off x="10695633" y="4123614"/>
            <a:ext cx="680914" cy="16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9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솔루션마켓</a:t>
            </a:r>
            <a:endParaRPr lang="en-US" sz="1059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8" name="Text 221"/>
          <p:cNvSpPr/>
          <p:nvPr/>
        </p:nvSpPr>
        <p:spPr>
          <a:xfrm>
            <a:off x="9295003" y="4275338"/>
            <a:ext cx="146784" cy="9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3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D/N</a:t>
            </a:r>
            <a:endParaRPr lang="en-US" sz="63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799" name="Text 222"/>
          <p:cNvSpPr/>
          <p:nvPr/>
        </p:nvSpPr>
        <p:spPr>
          <a:xfrm>
            <a:off x="9606504" y="4275338"/>
            <a:ext cx="137832" cy="9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3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U/F</a:t>
            </a:r>
            <a:endParaRPr lang="en-US" sz="63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0" name="Text 223"/>
          <p:cNvSpPr/>
          <p:nvPr/>
        </p:nvSpPr>
        <p:spPr>
          <a:xfrm>
            <a:off x="4708132" y="4294593"/>
            <a:ext cx="668030" cy="155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27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Multi-Agent</a:t>
            </a:r>
            <a:endParaRPr lang="en-US" sz="1027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1" name="Text 224"/>
          <p:cNvSpPr/>
          <p:nvPr/>
        </p:nvSpPr>
        <p:spPr>
          <a:xfrm>
            <a:off x="4865394" y="4460710"/>
            <a:ext cx="495727" cy="173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5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System</a:t>
            </a:r>
            <a:endParaRPr lang="en-US" sz="115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2" name="Text 225"/>
          <p:cNvSpPr/>
          <p:nvPr/>
        </p:nvSpPr>
        <p:spPr>
          <a:xfrm>
            <a:off x="6081601" y="4613096"/>
            <a:ext cx="972203" cy="144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49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업총추천에이전트</a:t>
            </a:r>
            <a:endParaRPr lang="en-US" sz="949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3" name="Text 226"/>
          <p:cNvSpPr/>
          <p:nvPr/>
        </p:nvSpPr>
        <p:spPr>
          <a:xfrm>
            <a:off x="9283580" y="4858934"/>
            <a:ext cx="130021" cy="10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6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T/L</a:t>
            </a:r>
            <a:endParaRPr lang="en-US" sz="66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4" name="Text 227"/>
          <p:cNvSpPr/>
          <p:nvPr/>
        </p:nvSpPr>
        <p:spPr>
          <a:xfrm>
            <a:off x="9579794" y="4857097"/>
            <a:ext cx="173978" cy="107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9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M/G</a:t>
            </a:r>
            <a:endParaRPr lang="en-US" sz="69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5" name="Text 228"/>
          <p:cNvSpPr/>
          <p:nvPr/>
        </p:nvSpPr>
        <p:spPr>
          <a:xfrm>
            <a:off x="6393200" y="5081669"/>
            <a:ext cx="61157" cy="115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748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  <a:endParaRPr lang="en-US" sz="74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6" name="Text 229"/>
          <p:cNvSpPr/>
          <p:nvPr/>
        </p:nvSpPr>
        <p:spPr>
          <a:xfrm>
            <a:off x="6449240" y="5189364"/>
            <a:ext cx="57091" cy="107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9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lang="en-US" sz="69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7" name="Text 230"/>
          <p:cNvSpPr/>
          <p:nvPr/>
        </p:nvSpPr>
        <p:spPr>
          <a:xfrm>
            <a:off x="6384834" y="5305366"/>
            <a:ext cx="53026" cy="99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633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</a:t>
            </a:r>
            <a:endParaRPr lang="en-US" sz="633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8" name="Text 231"/>
          <p:cNvSpPr/>
          <p:nvPr/>
        </p:nvSpPr>
        <p:spPr>
          <a:xfrm>
            <a:off x="6065196" y="5499931"/>
            <a:ext cx="423165" cy="13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90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Ranking</a:t>
            </a:r>
            <a:endParaRPr lang="en-US" sz="89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09" name="Text 232"/>
          <p:cNvSpPr/>
          <p:nvPr/>
        </p:nvSpPr>
        <p:spPr>
          <a:xfrm>
            <a:off x="7355100" y="5515563"/>
            <a:ext cx="599877" cy="142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32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보고서생성</a:t>
            </a:r>
            <a:endParaRPr lang="en-US" sz="932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10" name="Text 233"/>
          <p:cNvSpPr/>
          <p:nvPr/>
        </p:nvSpPr>
        <p:spPr>
          <a:xfrm>
            <a:off x="2504784" y="5665123"/>
            <a:ext cx="1190721" cy="141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3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서올시상권공공데이터</a:t>
            </a:r>
            <a:endParaRPr lang="en-US" sz="93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11" name="Text 234"/>
          <p:cNvSpPr/>
          <p:nvPr/>
        </p:nvSpPr>
        <p:spPr>
          <a:xfrm>
            <a:off x="8995047" y="5660430"/>
            <a:ext cx="1430253" cy="151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98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핵심인사이트&amp;전략제시/</a:t>
            </a:r>
            <a:endParaRPr lang="en-US" sz="998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12" name="Text 235"/>
          <p:cNvSpPr/>
          <p:nvPr/>
        </p:nvSpPr>
        <p:spPr>
          <a:xfrm>
            <a:off x="2529081" y="5827506"/>
            <a:ext cx="1127377" cy="132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66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(유동인구,추청에출 등)</a:t>
            </a:r>
            <a:endParaRPr lang="en-US" sz="866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13" name="Text 236"/>
          <p:cNvSpPr/>
          <p:nvPr/>
        </p:nvSpPr>
        <p:spPr>
          <a:xfrm>
            <a:off x="9293299" y="5825772"/>
            <a:ext cx="784037" cy="127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31" dirty="0">
                <a:solidFill>
                  <a:srgbClr val="000000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 클러스터팅</a:t>
            </a:r>
            <a:endParaRPr lang="en-US" sz="83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문서 6">
            <a:extLst>
              <a:ext uri="{FF2B5EF4-FFF2-40B4-BE49-F238E27FC236}">
                <a16:creationId xmlns:a16="http://schemas.microsoft.com/office/drawing/2014/main" id="{1D5FA811-B9CE-4A68-81BF-559D2F683197}"/>
              </a:ext>
            </a:extLst>
          </p:cNvPr>
          <p:cNvSpPr/>
          <p:nvPr/>
        </p:nvSpPr>
        <p:spPr>
          <a:xfrm>
            <a:off x="4539349" y="3226852"/>
            <a:ext cx="980793" cy="521208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User Input</a:t>
            </a:r>
            <a:endParaRPr lang="ko-KR" altLang="en-US" sz="12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4B30D98-C498-4BAB-84D1-31A3E7063DE7}"/>
              </a:ext>
            </a:extLst>
          </p:cNvPr>
          <p:cNvSpPr/>
          <p:nvPr/>
        </p:nvSpPr>
        <p:spPr>
          <a:xfrm>
            <a:off x="5888258" y="3237868"/>
            <a:ext cx="950308" cy="4982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Enrich Data </a:t>
            </a:r>
          </a:p>
        </p:txBody>
      </p:sp>
      <p:sp>
        <p:nvSpPr>
          <p:cNvPr id="12" name="순서도: 문서 11">
            <a:extLst>
              <a:ext uri="{FF2B5EF4-FFF2-40B4-BE49-F238E27FC236}">
                <a16:creationId xmlns:a16="http://schemas.microsoft.com/office/drawing/2014/main" id="{81BFC99E-71A5-496B-854C-0A6BAED7D61D}"/>
              </a:ext>
            </a:extLst>
          </p:cNvPr>
          <p:cNvSpPr/>
          <p:nvPr/>
        </p:nvSpPr>
        <p:spPr>
          <a:xfrm>
            <a:off x="7202978" y="3195598"/>
            <a:ext cx="1109206" cy="582376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Enriched Data </a:t>
            </a:r>
            <a:r>
              <a:rPr lang="en-US" altLang="ko-KR" sz="11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Dict</a:t>
            </a:r>
            <a:r>
              <a:rPr lang="en-US" altLang="ko-KR" sz="11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(json)</a:t>
            </a:r>
            <a:endParaRPr lang="ko-KR" altLang="en-US" sz="1100" dirty="0">
              <a:solidFill>
                <a:schemeClr val="tx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6" name="순서도: 자기 디스크 25">
            <a:extLst>
              <a:ext uri="{FF2B5EF4-FFF2-40B4-BE49-F238E27FC236}">
                <a16:creationId xmlns:a16="http://schemas.microsoft.com/office/drawing/2014/main" id="{E6B8FA6A-5EE4-49AC-9758-1470308B94B9}"/>
              </a:ext>
            </a:extLst>
          </p:cNvPr>
          <p:cNvSpPr/>
          <p:nvPr/>
        </p:nvSpPr>
        <p:spPr>
          <a:xfrm>
            <a:off x="4366739" y="2085455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카카오</a:t>
            </a:r>
            <a:r>
              <a:rPr lang="ko-KR" altLang="en-US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API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C2B08194-CEC0-409C-994E-8B3DC4F5DEE7}"/>
              </a:ext>
            </a:extLst>
          </p:cNvPr>
          <p:cNvSpPr/>
          <p:nvPr/>
        </p:nvSpPr>
        <p:spPr>
          <a:xfrm>
            <a:off x="3290799" y="1686364"/>
            <a:ext cx="6057559" cy="2390303"/>
          </a:xfrm>
          <a:prstGeom prst="roundRect">
            <a:avLst/>
          </a:prstGeom>
          <a:noFill/>
          <a:ln>
            <a:solidFill>
              <a:srgbClr val="5683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E2FA6D7-6BB2-4EE1-A13B-CF006F488F92}"/>
              </a:ext>
            </a:extLst>
          </p:cNvPr>
          <p:cNvSpPr txBox="1"/>
          <p:nvPr/>
        </p:nvSpPr>
        <p:spPr>
          <a:xfrm>
            <a:off x="4738165" y="1722049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1.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사용자 </a:t>
            </a:r>
            <a:r>
              <a:rPr lang="ko-KR" altLang="en-US" sz="11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입력 기반 데이터 융합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82" name="순서도: 자기 디스크 81">
            <a:extLst>
              <a:ext uri="{FF2B5EF4-FFF2-40B4-BE49-F238E27FC236}">
                <a16:creationId xmlns:a16="http://schemas.microsoft.com/office/drawing/2014/main" id="{2EA36000-79CB-4596-B940-EAE4BE743715}"/>
              </a:ext>
            </a:extLst>
          </p:cNvPr>
          <p:cNvSpPr/>
          <p:nvPr/>
        </p:nvSpPr>
        <p:spPr>
          <a:xfrm>
            <a:off x="5400111" y="2085454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길단위인구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순서도: 자기 디스크 82">
            <a:extLst>
              <a:ext uri="{FF2B5EF4-FFF2-40B4-BE49-F238E27FC236}">
                <a16:creationId xmlns:a16="http://schemas.microsoft.com/office/drawing/2014/main" id="{B5A490D9-D879-4590-B37A-E7FD99D1FB73}"/>
              </a:ext>
            </a:extLst>
          </p:cNvPr>
          <p:cNvSpPr/>
          <p:nvPr/>
        </p:nvSpPr>
        <p:spPr>
          <a:xfrm>
            <a:off x="6426504" y="2085454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점포 수 변화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순서도: 자기 디스크 84">
            <a:extLst>
              <a:ext uri="{FF2B5EF4-FFF2-40B4-BE49-F238E27FC236}">
                <a16:creationId xmlns:a16="http://schemas.microsoft.com/office/drawing/2014/main" id="{67DBBDC0-192C-4C98-93FB-D4089ACE3252}"/>
              </a:ext>
            </a:extLst>
          </p:cNvPr>
          <p:cNvSpPr/>
          <p:nvPr/>
        </p:nvSpPr>
        <p:spPr>
          <a:xfrm>
            <a:off x="7452897" y="2085454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추정 매출</a:t>
            </a:r>
            <a:endParaRPr lang="en-US" altLang="ko-KR" sz="1000" b="1" dirty="0">
              <a:solidFill>
                <a:schemeClr val="tx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행정동</a:t>
            </a:r>
            <a:r>
              <a:rPr lang="en-US" altLang="ko-KR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7D26BE3-E8E6-4612-A9E8-A6BCF986FB3A}"/>
              </a:ext>
            </a:extLst>
          </p:cNvPr>
          <p:cNvSpPr/>
          <p:nvPr/>
        </p:nvSpPr>
        <p:spPr>
          <a:xfrm>
            <a:off x="4247366" y="2008259"/>
            <a:ext cx="4222798" cy="8812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B54CD7E-10FC-4A48-979B-44FA18C4FBBD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520142" y="3487006"/>
            <a:ext cx="368116" cy="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45B3DB-3C76-4EEC-B6D9-C68E957560EC}"/>
              </a:ext>
            </a:extLst>
          </p:cNvPr>
          <p:cNvCxnSpPr>
            <a:stCxn id="8" idx="3"/>
            <a:endCxn id="12" idx="1"/>
          </p:cNvCxnSpPr>
          <p:nvPr/>
        </p:nvCxnSpPr>
        <p:spPr>
          <a:xfrm flipV="1">
            <a:off x="6838566" y="3486786"/>
            <a:ext cx="364412" cy="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7CF45FD6-8C3F-4811-88D3-5A767459BBFA}"/>
              </a:ext>
            </a:extLst>
          </p:cNvPr>
          <p:cNvCxnSpPr>
            <a:stCxn id="29" idx="2"/>
            <a:endCxn id="8" idx="0"/>
          </p:cNvCxnSpPr>
          <p:nvPr/>
        </p:nvCxnSpPr>
        <p:spPr>
          <a:xfrm>
            <a:off x="6358765" y="2889493"/>
            <a:ext cx="4647" cy="348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2D64B8C-7773-4858-84E5-A22A4270026E}"/>
              </a:ext>
            </a:extLst>
          </p:cNvPr>
          <p:cNvSpPr/>
          <p:nvPr/>
        </p:nvSpPr>
        <p:spPr>
          <a:xfrm>
            <a:off x="876046" y="4653107"/>
            <a:ext cx="2033883" cy="449375"/>
          </a:xfrm>
          <a:prstGeom prst="roundRect">
            <a:avLst/>
          </a:prstGeom>
          <a:noFill/>
          <a:ln w="28575"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6E72937-D55F-44EF-B585-F9329B43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97" y="4687419"/>
            <a:ext cx="333227" cy="333227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C27EA6B-B1F0-4793-A273-934267DDC16B}"/>
              </a:ext>
            </a:extLst>
          </p:cNvPr>
          <p:cNvSpPr/>
          <p:nvPr/>
        </p:nvSpPr>
        <p:spPr>
          <a:xfrm>
            <a:off x="876046" y="5197166"/>
            <a:ext cx="2033883" cy="449375"/>
          </a:xfrm>
          <a:prstGeom prst="roundRect">
            <a:avLst/>
          </a:prstGeom>
          <a:noFill/>
          <a:ln w="28575"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FEADA79-A003-414D-BDD0-2B113B7F7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97" y="5231478"/>
            <a:ext cx="333227" cy="333227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4932458-43F2-4564-9377-5FC895FC5A1B}"/>
              </a:ext>
            </a:extLst>
          </p:cNvPr>
          <p:cNvSpPr/>
          <p:nvPr/>
        </p:nvSpPr>
        <p:spPr>
          <a:xfrm>
            <a:off x="876046" y="5724841"/>
            <a:ext cx="2033883" cy="449375"/>
          </a:xfrm>
          <a:prstGeom prst="roundRect">
            <a:avLst/>
          </a:prstGeom>
          <a:noFill/>
          <a:ln w="28575"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60AB7DF-5396-4942-A148-5EE0F1536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97" y="5759153"/>
            <a:ext cx="333227" cy="3332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3F5F656-0B35-4062-BF2B-C026EF010C6A}"/>
              </a:ext>
            </a:extLst>
          </p:cNvPr>
          <p:cNvSpPr txBox="1"/>
          <p:nvPr/>
        </p:nvSpPr>
        <p:spPr>
          <a:xfrm>
            <a:off x="1273554" y="5821107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운영 전략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565F42-1A42-44BE-84E9-22A4E935AFE7}"/>
              </a:ext>
            </a:extLst>
          </p:cNvPr>
          <p:cNvSpPr txBox="1"/>
          <p:nvPr/>
        </p:nvSpPr>
        <p:spPr>
          <a:xfrm>
            <a:off x="1251520" y="4748686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상권활성도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54B2BD-A468-4F59-97A0-D6C5ABB460AC}"/>
              </a:ext>
            </a:extLst>
          </p:cNvPr>
          <p:cNvSpPr txBox="1"/>
          <p:nvPr/>
        </p:nvSpPr>
        <p:spPr>
          <a:xfrm>
            <a:off x="1273554" y="5293432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경쟁환경 분석 에이전트</a:t>
            </a:r>
            <a:endParaRPr lang="en-US" altLang="ko-KR" sz="1100" b="1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788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BDD1BB6-9938-4C58-8618-5C8602735FC2}"/>
              </a:ext>
            </a:extLst>
          </p:cNvPr>
          <p:cNvSpPr/>
          <p:nvPr/>
        </p:nvSpPr>
        <p:spPr>
          <a:xfrm>
            <a:off x="2901333" y="1985020"/>
            <a:ext cx="6057559" cy="2887960"/>
          </a:xfrm>
          <a:prstGeom prst="roundRect">
            <a:avLst/>
          </a:prstGeom>
          <a:noFill/>
          <a:ln>
            <a:solidFill>
              <a:srgbClr val="73AB5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B3986567-B59B-4242-AF9F-F0BDDC8FA430}"/>
              </a:ext>
            </a:extLst>
          </p:cNvPr>
          <p:cNvSpPr/>
          <p:nvPr/>
        </p:nvSpPr>
        <p:spPr>
          <a:xfrm>
            <a:off x="4961332" y="2714037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251DFF3-B11B-428E-828B-11EE545873A5}"/>
              </a:ext>
            </a:extLst>
          </p:cNvPr>
          <p:cNvSpPr txBox="1"/>
          <p:nvPr/>
        </p:nvSpPr>
        <p:spPr>
          <a:xfrm>
            <a:off x="4353026" y="1989970"/>
            <a:ext cx="32504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2.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다면적 상권 심층 분석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673AA92-D857-4C76-8443-8F5BA5A45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883" y="2748349"/>
            <a:ext cx="333227" cy="333227"/>
          </a:xfrm>
          <a:prstGeom prst="rect">
            <a:avLst/>
          </a:prstGeom>
        </p:spPr>
      </p:pic>
      <p:sp>
        <p:nvSpPr>
          <p:cNvPr id="122" name="순서도: 문서 121">
            <a:extLst>
              <a:ext uri="{FF2B5EF4-FFF2-40B4-BE49-F238E27FC236}">
                <a16:creationId xmlns:a16="http://schemas.microsoft.com/office/drawing/2014/main" id="{F9B0FCB8-B229-48B4-B813-B4102E427E1A}"/>
              </a:ext>
            </a:extLst>
          </p:cNvPr>
          <p:cNvSpPr/>
          <p:nvPr/>
        </p:nvSpPr>
        <p:spPr>
          <a:xfrm>
            <a:off x="3256341" y="2523125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역세권</a:t>
            </a:r>
          </a:p>
        </p:txBody>
      </p:sp>
      <p:sp>
        <p:nvSpPr>
          <p:cNvPr id="123" name="순서도: 문서 122">
            <a:extLst>
              <a:ext uri="{FF2B5EF4-FFF2-40B4-BE49-F238E27FC236}">
                <a16:creationId xmlns:a16="http://schemas.microsoft.com/office/drawing/2014/main" id="{4B2F1BA4-7F20-49A5-A815-18C843B98B63}"/>
              </a:ext>
            </a:extLst>
          </p:cNvPr>
          <p:cNvSpPr/>
          <p:nvPr/>
        </p:nvSpPr>
        <p:spPr>
          <a:xfrm>
            <a:off x="3256340" y="2911095"/>
            <a:ext cx="1434600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시간대별 유동인구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매출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성별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연령 분포</a:t>
            </a:r>
          </a:p>
        </p:txBody>
      </p:sp>
      <p:sp>
        <p:nvSpPr>
          <p:cNvPr id="129" name="순서도: 문서 128">
            <a:extLst>
              <a:ext uri="{FF2B5EF4-FFF2-40B4-BE49-F238E27FC236}">
                <a16:creationId xmlns:a16="http://schemas.microsoft.com/office/drawing/2014/main" id="{0AE395C5-6359-4F7F-8FB4-4B473A935E58}"/>
              </a:ext>
            </a:extLst>
          </p:cNvPr>
          <p:cNvSpPr/>
          <p:nvPr/>
        </p:nvSpPr>
        <p:spPr>
          <a:xfrm>
            <a:off x="7287138" y="2714037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상권활성도 보고서</a:t>
            </a:r>
          </a:p>
        </p:txBody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34BCFE24-D2E6-4183-8171-2A1C7EF4BBD9}"/>
              </a:ext>
            </a:extLst>
          </p:cNvPr>
          <p:cNvSpPr/>
          <p:nvPr/>
        </p:nvSpPr>
        <p:spPr>
          <a:xfrm>
            <a:off x="3256339" y="3311949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반경 내 유사점포 수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개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/</a:t>
            </a:r>
            <a:r>
              <a:rPr lang="ko-KR" altLang="en-US" sz="8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폐업률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프랜차이즈 비율</a:t>
            </a:r>
          </a:p>
        </p:txBody>
      </p:sp>
      <p:sp>
        <p:nvSpPr>
          <p:cNvPr id="131" name="순서도: 문서 130">
            <a:extLst>
              <a:ext uri="{FF2B5EF4-FFF2-40B4-BE49-F238E27FC236}">
                <a16:creationId xmlns:a16="http://schemas.microsoft.com/office/drawing/2014/main" id="{AE71268B-5696-4985-9A87-8E94CF405C9B}"/>
              </a:ext>
            </a:extLst>
          </p:cNvPr>
          <p:cNvSpPr/>
          <p:nvPr/>
        </p:nvSpPr>
        <p:spPr>
          <a:xfrm>
            <a:off x="3256339" y="3716932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동 내 업종별 매출 순위</a:t>
            </a:r>
          </a:p>
        </p:txBody>
      </p:sp>
      <p:sp>
        <p:nvSpPr>
          <p:cNvPr id="133" name="순서도: 문서 132">
            <a:extLst>
              <a:ext uri="{FF2B5EF4-FFF2-40B4-BE49-F238E27FC236}">
                <a16:creationId xmlns:a16="http://schemas.microsoft.com/office/drawing/2014/main" id="{F1C82194-ADBD-42B1-8BD2-3F4CEB198054}"/>
              </a:ext>
            </a:extLst>
          </p:cNvPr>
          <p:cNvSpPr/>
          <p:nvPr/>
        </p:nvSpPr>
        <p:spPr>
          <a:xfrm>
            <a:off x="3256339" y="4103559"/>
            <a:ext cx="1434602" cy="351470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최대</a:t>
            </a:r>
            <a:r>
              <a:rPr lang="en-US" altLang="ko-KR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/</a:t>
            </a:r>
            <a:r>
              <a:rPr lang="ko-KR" altLang="en-US" sz="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최소 매출 업종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1E4734EA-F8A8-435E-AA6A-B2BCAE2649FA}"/>
              </a:ext>
            </a:extLst>
          </p:cNvPr>
          <p:cNvSpPr/>
          <p:nvPr/>
        </p:nvSpPr>
        <p:spPr>
          <a:xfrm>
            <a:off x="4961332" y="3258096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35" name="그림 134">
            <a:extLst>
              <a:ext uri="{FF2B5EF4-FFF2-40B4-BE49-F238E27FC236}">
                <a16:creationId xmlns:a16="http://schemas.microsoft.com/office/drawing/2014/main" id="{8482A4D3-1212-4167-BC4C-5BCD3364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883" y="3292408"/>
            <a:ext cx="333227" cy="333227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D95004AF-1ECE-4917-A2DA-991275EF0BDB}"/>
              </a:ext>
            </a:extLst>
          </p:cNvPr>
          <p:cNvSpPr txBox="1"/>
          <p:nvPr/>
        </p:nvSpPr>
        <p:spPr>
          <a:xfrm>
            <a:off x="5358840" y="3354362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경쟁환경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B65EA292-12D1-4730-89C8-47AB0F6319C9}"/>
              </a:ext>
            </a:extLst>
          </p:cNvPr>
          <p:cNvSpPr/>
          <p:nvPr/>
        </p:nvSpPr>
        <p:spPr>
          <a:xfrm>
            <a:off x="4961332" y="3785771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38" name="그림 137">
            <a:extLst>
              <a:ext uri="{FF2B5EF4-FFF2-40B4-BE49-F238E27FC236}">
                <a16:creationId xmlns:a16="http://schemas.microsoft.com/office/drawing/2014/main" id="{DFA8781D-DAAA-497B-8E34-73282D340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883" y="3820083"/>
            <a:ext cx="333227" cy="333227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21EBEDC6-8D54-4A15-8758-0254EB4D940B}"/>
              </a:ext>
            </a:extLst>
          </p:cNvPr>
          <p:cNvSpPr txBox="1"/>
          <p:nvPr/>
        </p:nvSpPr>
        <p:spPr>
          <a:xfrm>
            <a:off x="5358840" y="3882037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업종 추천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40" name="순서도: 문서 139">
            <a:extLst>
              <a:ext uri="{FF2B5EF4-FFF2-40B4-BE49-F238E27FC236}">
                <a16:creationId xmlns:a16="http://schemas.microsoft.com/office/drawing/2014/main" id="{54A6AFDA-1A6B-41C3-9452-F49F2D3E760B}"/>
              </a:ext>
            </a:extLst>
          </p:cNvPr>
          <p:cNvSpPr/>
          <p:nvPr/>
        </p:nvSpPr>
        <p:spPr>
          <a:xfrm>
            <a:off x="7287138" y="3258096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경쟁환경 보고서</a:t>
            </a:r>
          </a:p>
        </p:txBody>
      </p:sp>
      <p:sp>
        <p:nvSpPr>
          <p:cNvPr id="141" name="순서도: 문서 140">
            <a:extLst>
              <a:ext uri="{FF2B5EF4-FFF2-40B4-BE49-F238E27FC236}">
                <a16:creationId xmlns:a16="http://schemas.microsoft.com/office/drawing/2014/main" id="{4B89DB5C-1BFA-42CF-9020-5C46BF690192}"/>
              </a:ext>
            </a:extLst>
          </p:cNvPr>
          <p:cNvSpPr/>
          <p:nvPr/>
        </p:nvSpPr>
        <p:spPr>
          <a:xfrm>
            <a:off x="7287138" y="3795704"/>
            <a:ext cx="1333583" cy="449375"/>
          </a:xfrm>
          <a:prstGeom prst="flowChartDocumen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업종 추천 보고서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519CA6C9-4721-4139-B990-35B28421A31B}"/>
              </a:ext>
            </a:extLst>
          </p:cNvPr>
          <p:cNvSpPr/>
          <p:nvPr/>
        </p:nvSpPr>
        <p:spPr>
          <a:xfrm>
            <a:off x="3191477" y="2459441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2FED6C8C-5EA9-45C8-9DAC-20199CFE8D05}"/>
              </a:ext>
            </a:extLst>
          </p:cNvPr>
          <p:cNvCxnSpPr>
            <a:stCxn id="122" idx="3"/>
            <a:endCxn id="118" idx="1"/>
          </p:cNvCxnSpPr>
          <p:nvPr/>
        </p:nvCxnSpPr>
        <p:spPr>
          <a:xfrm>
            <a:off x="4690941" y="2698860"/>
            <a:ext cx="270391" cy="2398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5F2DFFAB-CA80-4EB1-8FE0-8DFB143F396C}"/>
              </a:ext>
            </a:extLst>
          </p:cNvPr>
          <p:cNvCxnSpPr>
            <a:stCxn id="123" idx="3"/>
            <a:endCxn id="118" idx="1"/>
          </p:cNvCxnSpPr>
          <p:nvPr/>
        </p:nvCxnSpPr>
        <p:spPr>
          <a:xfrm flipV="1">
            <a:off x="4690940" y="2938725"/>
            <a:ext cx="270392" cy="1481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865CFB14-45C0-451A-8283-75700A70BAB4}"/>
              </a:ext>
            </a:extLst>
          </p:cNvPr>
          <p:cNvCxnSpPr>
            <a:stCxn id="131" idx="3"/>
            <a:endCxn id="137" idx="1"/>
          </p:cNvCxnSpPr>
          <p:nvPr/>
        </p:nvCxnSpPr>
        <p:spPr>
          <a:xfrm>
            <a:off x="4690941" y="3892667"/>
            <a:ext cx="270391" cy="1177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D00CE300-1BF0-48E4-9759-D5F9209D0D97}"/>
              </a:ext>
            </a:extLst>
          </p:cNvPr>
          <p:cNvCxnSpPr>
            <a:stCxn id="133" idx="3"/>
            <a:endCxn id="137" idx="1"/>
          </p:cNvCxnSpPr>
          <p:nvPr/>
        </p:nvCxnSpPr>
        <p:spPr>
          <a:xfrm flipV="1">
            <a:off x="4690941" y="4010459"/>
            <a:ext cx="270391" cy="2688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4E6F2F20-95A0-4CF7-ACB0-5B1C8BE6AD28}"/>
              </a:ext>
            </a:extLst>
          </p:cNvPr>
          <p:cNvCxnSpPr>
            <a:stCxn id="130" idx="3"/>
            <a:endCxn id="134" idx="1"/>
          </p:cNvCxnSpPr>
          <p:nvPr/>
        </p:nvCxnSpPr>
        <p:spPr>
          <a:xfrm flipV="1">
            <a:off x="4690941" y="3482784"/>
            <a:ext cx="270391" cy="4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CC3F4204-3E8D-4E7D-9A07-75606587C795}"/>
              </a:ext>
            </a:extLst>
          </p:cNvPr>
          <p:cNvCxnSpPr>
            <a:cxnSpLocks/>
            <a:stCxn id="118" idx="3"/>
            <a:endCxn id="129" idx="1"/>
          </p:cNvCxnSpPr>
          <p:nvPr/>
        </p:nvCxnSpPr>
        <p:spPr>
          <a:xfrm>
            <a:off x="6995215" y="2938725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A5668CDF-8ED9-4E45-B483-61E3ACF8E8FB}"/>
              </a:ext>
            </a:extLst>
          </p:cNvPr>
          <p:cNvSpPr txBox="1"/>
          <p:nvPr/>
        </p:nvSpPr>
        <p:spPr>
          <a:xfrm>
            <a:off x="5336806" y="2809616"/>
            <a:ext cx="1712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상권활성도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58A3021B-6BE2-487B-AA21-16C5203451CB}"/>
              </a:ext>
            </a:extLst>
          </p:cNvPr>
          <p:cNvCxnSpPr>
            <a:cxnSpLocks/>
          </p:cNvCxnSpPr>
          <p:nvPr/>
        </p:nvCxnSpPr>
        <p:spPr>
          <a:xfrm>
            <a:off x="6995215" y="3474754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직선 화살표 연결선 186">
            <a:extLst>
              <a:ext uri="{FF2B5EF4-FFF2-40B4-BE49-F238E27FC236}">
                <a16:creationId xmlns:a16="http://schemas.microsoft.com/office/drawing/2014/main" id="{B9C0FFDF-1B85-4727-8C04-32D38C16CFFB}"/>
              </a:ext>
            </a:extLst>
          </p:cNvPr>
          <p:cNvCxnSpPr>
            <a:cxnSpLocks/>
          </p:cNvCxnSpPr>
          <p:nvPr/>
        </p:nvCxnSpPr>
        <p:spPr>
          <a:xfrm>
            <a:off x="6995215" y="3998631"/>
            <a:ext cx="2919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E0E24190-AE09-41F5-A68F-619245A4CF5A}"/>
              </a:ext>
            </a:extLst>
          </p:cNvPr>
          <p:cNvSpPr/>
          <p:nvPr/>
        </p:nvSpPr>
        <p:spPr>
          <a:xfrm>
            <a:off x="7147982" y="2459441"/>
            <a:ext cx="1561963" cy="202863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95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359796D7-6F80-46E1-9EC4-91D88C5951B2}"/>
              </a:ext>
            </a:extLst>
          </p:cNvPr>
          <p:cNvSpPr/>
          <p:nvPr/>
        </p:nvSpPr>
        <p:spPr>
          <a:xfrm>
            <a:off x="3195195" y="1419853"/>
            <a:ext cx="5449271" cy="3886098"/>
          </a:xfrm>
          <a:prstGeom prst="roundRect">
            <a:avLst/>
          </a:prstGeom>
          <a:noFill/>
          <a:ln>
            <a:solidFill>
              <a:srgbClr val="CE9B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D9A663A-7F8E-4DC0-875C-0B1E4D9A11F5}"/>
              </a:ext>
            </a:extLst>
          </p:cNvPr>
          <p:cNvSpPr txBox="1"/>
          <p:nvPr/>
        </p:nvSpPr>
        <p:spPr>
          <a:xfrm>
            <a:off x="4843574" y="1419853"/>
            <a:ext cx="21525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Phase 3. </a:t>
            </a:r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통합 분석 및 브랜딩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5D6AD347-12BD-4D27-8E9D-E024A8A411F8}"/>
              </a:ext>
            </a:extLst>
          </p:cNvPr>
          <p:cNvSpPr/>
          <p:nvPr/>
        </p:nvSpPr>
        <p:spPr>
          <a:xfrm>
            <a:off x="3333707" y="2944542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91" name="그림 190">
            <a:extLst>
              <a:ext uri="{FF2B5EF4-FFF2-40B4-BE49-F238E27FC236}">
                <a16:creationId xmlns:a16="http://schemas.microsoft.com/office/drawing/2014/main" id="{0535AB93-28F6-4217-96B7-B21F80B7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258" y="2978854"/>
            <a:ext cx="333227" cy="333227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3E5A75DA-F7E8-4F79-AAC8-C59229A85376}"/>
              </a:ext>
            </a:extLst>
          </p:cNvPr>
          <p:cNvSpPr txBox="1"/>
          <p:nvPr/>
        </p:nvSpPr>
        <p:spPr>
          <a:xfrm>
            <a:off x="3731215" y="3040808"/>
            <a:ext cx="145642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상권 작명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68EA0F01-3F4C-45BB-AFC1-2300FE65060D}"/>
              </a:ext>
            </a:extLst>
          </p:cNvPr>
          <p:cNvSpPr/>
          <p:nvPr/>
        </p:nvSpPr>
        <p:spPr>
          <a:xfrm>
            <a:off x="3333707" y="3680050"/>
            <a:ext cx="2033883" cy="449375"/>
          </a:xfrm>
          <a:prstGeom prst="roundRect">
            <a:avLst/>
          </a:prstGeom>
          <a:noFill/>
          <a:ln>
            <a:solidFill>
              <a:srgbClr val="F47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71A850"/>
                </a:solidFill>
              </a:ln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11080745-97E6-4A7F-A3E4-33B2455B7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258" y="3714362"/>
            <a:ext cx="333227" cy="333227"/>
          </a:xfrm>
          <a:prstGeom prst="rect">
            <a:avLst/>
          </a:prstGeom>
        </p:spPr>
      </p:pic>
      <p:sp>
        <p:nvSpPr>
          <p:cNvPr id="208" name="TextBox 207">
            <a:extLst>
              <a:ext uri="{FF2B5EF4-FFF2-40B4-BE49-F238E27FC236}">
                <a16:creationId xmlns:a16="http://schemas.microsoft.com/office/drawing/2014/main" id="{AE6FFBE0-1362-4879-9EB8-7A9EF1553BDC}"/>
              </a:ext>
            </a:extLst>
          </p:cNvPr>
          <p:cNvSpPr txBox="1"/>
          <p:nvPr/>
        </p:nvSpPr>
        <p:spPr>
          <a:xfrm>
            <a:off x="3731215" y="3776316"/>
            <a:ext cx="134877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latin typeface="Arial Rounded MT Bold" panose="020F0704030504030204" pitchFamily="34" charset="0"/>
                <a:ea typeface="나눔고딕" panose="020D0604000000000000" pitchFamily="50" charset="-127"/>
              </a:rPr>
              <a:t>종합 분석 에이전트</a:t>
            </a:r>
            <a:endParaRPr lang="en-US" altLang="ko-KR" sz="1100" b="1" dirty="0">
              <a:latin typeface="Arial Rounded MT Bold" panose="020F0704030504030204" pitchFamily="34" charset="0"/>
              <a:ea typeface="나눔고딕" panose="020D0604000000000000" pitchFamily="50" charset="-127"/>
            </a:endParaRPr>
          </a:p>
        </p:txBody>
      </p:sp>
      <p:sp>
        <p:nvSpPr>
          <p:cNvPr id="215" name="순서도: 문서 214">
            <a:extLst>
              <a:ext uri="{FF2B5EF4-FFF2-40B4-BE49-F238E27FC236}">
                <a16:creationId xmlns:a16="http://schemas.microsoft.com/office/drawing/2014/main" id="{BB85AF5B-436E-40FC-8A2E-625B7B75FED6}"/>
              </a:ext>
            </a:extLst>
          </p:cNvPr>
          <p:cNvSpPr/>
          <p:nvPr/>
        </p:nvSpPr>
        <p:spPr>
          <a:xfrm>
            <a:off x="5561792" y="2944542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 작명 결과</a:t>
            </a:r>
          </a:p>
        </p:txBody>
      </p:sp>
      <p:sp>
        <p:nvSpPr>
          <p:cNvPr id="216" name="순서도: 문서 215">
            <a:extLst>
              <a:ext uri="{FF2B5EF4-FFF2-40B4-BE49-F238E27FC236}">
                <a16:creationId xmlns:a16="http://schemas.microsoft.com/office/drawing/2014/main" id="{080C3733-EDE0-47F6-B885-701CBE5516AA}"/>
              </a:ext>
            </a:extLst>
          </p:cNvPr>
          <p:cNvSpPr/>
          <p:nvPr/>
        </p:nvSpPr>
        <p:spPr>
          <a:xfrm>
            <a:off x="5561792" y="3686841"/>
            <a:ext cx="1333583" cy="449375"/>
          </a:xfrm>
          <a:prstGeom prst="flowChartDocumen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종합 분석 보고서</a:t>
            </a: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045605E7-686B-4B89-9508-5BB17C4963F9}"/>
              </a:ext>
            </a:extLst>
          </p:cNvPr>
          <p:cNvCxnSpPr>
            <a:stCxn id="190" idx="3"/>
            <a:endCxn id="215" idx="1"/>
          </p:cNvCxnSpPr>
          <p:nvPr/>
        </p:nvCxnSpPr>
        <p:spPr>
          <a:xfrm>
            <a:off x="5367590" y="3169230"/>
            <a:ext cx="1942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E7782F1-C34D-41AD-8F32-38E38C3AD5B7}"/>
              </a:ext>
            </a:extLst>
          </p:cNvPr>
          <p:cNvCxnSpPr>
            <a:stCxn id="197" idx="3"/>
            <a:endCxn id="216" idx="1"/>
          </p:cNvCxnSpPr>
          <p:nvPr/>
        </p:nvCxnSpPr>
        <p:spPr>
          <a:xfrm>
            <a:off x="5367590" y="3904738"/>
            <a:ext cx="194202" cy="6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162FBFDE-9323-4AC4-B459-F96A6D464EFA}"/>
              </a:ext>
            </a:extLst>
          </p:cNvPr>
          <p:cNvCxnSpPr>
            <a:cxnSpLocks/>
            <a:stCxn id="5" idx="0"/>
            <a:endCxn id="197" idx="2"/>
          </p:cNvCxnSpPr>
          <p:nvPr/>
        </p:nvCxnSpPr>
        <p:spPr>
          <a:xfrm flipV="1">
            <a:off x="4349462" y="4129425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연결선: 꺾임 232">
            <a:extLst>
              <a:ext uri="{FF2B5EF4-FFF2-40B4-BE49-F238E27FC236}">
                <a16:creationId xmlns:a16="http://schemas.microsoft.com/office/drawing/2014/main" id="{5F15522C-05F0-4E9D-A79C-400537A0500B}"/>
              </a:ext>
            </a:extLst>
          </p:cNvPr>
          <p:cNvCxnSpPr>
            <a:cxnSpLocks/>
            <a:stCxn id="216" idx="2"/>
            <a:endCxn id="5" idx="3"/>
          </p:cNvCxnSpPr>
          <p:nvPr/>
        </p:nvCxnSpPr>
        <p:spPr>
          <a:xfrm rot="5400000">
            <a:off x="5064993" y="3656120"/>
            <a:ext cx="713205" cy="1613979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157090F4-C024-43F3-84B2-2A198FFDB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319" y="4554569"/>
            <a:ext cx="530286" cy="530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4B411E-3538-443C-A549-BB2C371145AA}"/>
              </a:ext>
            </a:extLst>
          </p:cNvPr>
          <p:cNvSpPr txBox="1"/>
          <p:nvPr/>
        </p:nvSpPr>
        <p:spPr>
          <a:xfrm>
            <a:off x="3485283" y="5066129"/>
            <a:ext cx="17283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 클러스터 업데이트</a:t>
            </a:r>
          </a:p>
        </p:txBody>
      </p:sp>
      <p:sp>
        <p:nvSpPr>
          <p:cNvPr id="72" name="순서도: 자기 디스크 71">
            <a:extLst>
              <a:ext uri="{FF2B5EF4-FFF2-40B4-BE49-F238E27FC236}">
                <a16:creationId xmlns:a16="http://schemas.microsoft.com/office/drawing/2014/main" id="{2F8B61B1-2C20-4296-B2A1-680B75EF0470}"/>
              </a:ext>
            </a:extLst>
          </p:cNvPr>
          <p:cNvSpPr/>
          <p:nvPr/>
        </p:nvSpPr>
        <p:spPr>
          <a:xfrm>
            <a:off x="3880471" y="1816321"/>
            <a:ext cx="937982" cy="703077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상권 이름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915C46-CE6D-4022-A41E-AFBBC5B48BB4}"/>
              </a:ext>
            </a:extLst>
          </p:cNvPr>
          <p:cNvCxnSpPr>
            <a:stCxn id="72" idx="3"/>
            <a:endCxn id="190" idx="0"/>
          </p:cNvCxnSpPr>
          <p:nvPr/>
        </p:nvCxnSpPr>
        <p:spPr>
          <a:xfrm>
            <a:off x="4349462" y="2519398"/>
            <a:ext cx="1187" cy="42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7DEEB331-04C7-4257-B923-A78F64DD11A6}"/>
              </a:ext>
            </a:extLst>
          </p:cNvPr>
          <p:cNvCxnSpPr>
            <a:stCxn id="215" idx="0"/>
            <a:endCxn id="72" idx="4"/>
          </p:cNvCxnSpPr>
          <p:nvPr/>
        </p:nvCxnSpPr>
        <p:spPr>
          <a:xfrm rot="16200000" flipV="1">
            <a:off x="5135178" y="1851135"/>
            <a:ext cx="776682" cy="1410131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두루마리 모양: 가로로 말림 19">
            <a:extLst>
              <a:ext uri="{FF2B5EF4-FFF2-40B4-BE49-F238E27FC236}">
                <a16:creationId xmlns:a16="http://schemas.microsoft.com/office/drawing/2014/main" id="{7E6134F5-0347-4534-8A1F-87DF6A06E530}"/>
              </a:ext>
            </a:extLst>
          </p:cNvPr>
          <p:cNvSpPr/>
          <p:nvPr/>
        </p:nvSpPr>
        <p:spPr>
          <a:xfrm>
            <a:off x="7231403" y="3285631"/>
            <a:ext cx="1333583" cy="449375"/>
          </a:xfrm>
          <a:prstGeom prst="horizontalScroll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분석 결과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194997C2-9D5F-4D3B-B516-7528513109FA}"/>
              </a:ext>
            </a:extLst>
          </p:cNvPr>
          <p:cNvCxnSpPr>
            <a:stCxn id="215" idx="3"/>
            <a:endCxn id="20" idx="1"/>
          </p:cNvCxnSpPr>
          <p:nvPr/>
        </p:nvCxnSpPr>
        <p:spPr>
          <a:xfrm>
            <a:off x="6895375" y="3169230"/>
            <a:ext cx="336028" cy="34108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E3DDB2D8-C331-4558-962B-989A1ADFF6CE}"/>
              </a:ext>
            </a:extLst>
          </p:cNvPr>
          <p:cNvCxnSpPr>
            <a:stCxn id="216" idx="3"/>
            <a:endCxn id="20" idx="1"/>
          </p:cNvCxnSpPr>
          <p:nvPr/>
        </p:nvCxnSpPr>
        <p:spPr>
          <a:xfrm flipV="1">
            <a:off x="6895375" y="3510319"/>
            <a:ext cx="336028" cy="40121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213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3615</TotalTime>
  <Words>632</Words>
  <Application>Microsoft Office PowerPoint</Application>
  <PresentationFormat>와이드스크린</PresentationFormat>
  <Paragraphs>212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5" baseType="lpstr">
      <vt:lpstr>Pretendard</vt:lpstr>
      <vt:lpstr>나눔고딕</vt:lpstr>
      <vt:lpstr>Malgun Gothic</vt:lpstr>
      <vt:lpstr>Malgun Gothic</vt:lpstr>
      <vt:lpstr>Arial</vt:lpstr>
      <vt:lpstr>Arial Rounded MT Bold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승건 이</dc:creator>
  <cp:lastModifiedBy>이승건(대학원생-비즈니스IT전공)</cp:lastModifiedBy>
  <cp:revision>83</cp:revision>
  <dcterms:created xsi:type="dcterms:W3CDTF">2025-04-16T05:57:00Z</dcterms:created>
  <dcterms:modified xsi:type="dcterms:W3CDTF">2026-05-12T13:42:16Z</dcterms:modified>
</cp:coreProperties>
</file>