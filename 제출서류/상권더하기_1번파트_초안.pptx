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" cy="3200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· 제안배경 및 출품작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있지만,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 문제인지 모른다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157984" cy="164592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손님은 있는데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매출이 안 오름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34056" y="3017520"/>
            <a:ext cx="2157984" cy="164592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34056" y="301752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2916936" y="32004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16936" y="3611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유동인구는 많지만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 전환이 안됨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10912" y="3017520"/>
            <a:ext cx="2157984" cy="164592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0912" y="301752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193792" y="32004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93792" y="3611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시간대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매출이 붕괴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87768" y="3017520"/>
            <a:ext cx="2157984" cy="164592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87768" y="301752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470648" y="32004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70648" y="3611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단골이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생기지 않음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64624" y="3017520"/>
            <a:ext cx="2157984" cy="164592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64624" y="301752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9747504" y="32004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47504" y="3611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대비 객단가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저조 → 운영 효율 저하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11274552" cy="11887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5074920"/>
            <a:ext cx="73152" cy="11887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점주는 어려움을 느끼지만, “장사가 안 된다”는 감각 수준에 머무른다.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어디를, 어떻게 바꿔야 하는지 모른 채로 매일이 반복된다.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" cy="3200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· 제안배경 및 출품작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SERVICE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데이터는 있는데,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해석과 실행이 없다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서울시 상권분석 서비스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제공하는 정보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상권 위험도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41448" y="420624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4206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유형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59936" y="420624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9936" y="4206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 특성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681728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81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데이터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41448" y="4681728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41448" y="4681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유동인구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분석 리포트 형태로 제공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623560"/>
            <a:ext cx="47548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15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제공형 서비스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5352" y="2926080"/>
            <a:ext cx="5486400" cy="3200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BUT, 핵심 한계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11112" y="3703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14032" y="3703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해석해야 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14032" y="40690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리포트를 받아도 데이터를 어떻게 읽어야 할지 점주가 스스로 판단해야 한다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11112" y="46634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14032" y="46634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전략이 없음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14032" y="50292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결과와 실제 운영 변화 사이를 연결해주는 단계가 비어 있다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11112" y="5669280"/>
            <a:ext cx="4754880" cy="18288"/>
          </a:xfrm>
          <a:prstGeom prst="rect">
            <a:avLst/>
          </a:prstGeom>
          <a:solidFill>
            <a:srgbClr val="2D3F75"/>
          </a:solidFill>
          <a:ln/>
        </p:spPr>
      </p:sp>
      <p:sp>
        <p:nvSpPr>
          <p:cNvPr id="32" name="Text 30"/>
          <p:cNvSpPr/>
          <p:nvPr/>
        </p:nvSpPr>
        <p:spPr>
          <a:xfrm>
            <a:off x="6611112" y="5760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결국 점주는 “그래서 뭘 해야 하지?” 라는 자리로 돌아온다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" cy="3200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· 제안배경 및 출품작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DIAGNOSIS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데이터 부족이 아니라,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부족이다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53796" y="3017520"/>
            <a:ext cx="310896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36676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가능한 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6676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36676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 상권 분석 데이터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/ 유동인구 / 고객 통계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54196" y="3657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539996" y="3017520"/>
            <a:ext cx="3108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22876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비어있는 영역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2876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22876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감각과 데이터를 잇는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레이어가 없다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40396" y="3657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426196" y="3017520"/>
            <a:ext cx="3108960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609076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점주가 원하는 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09076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609076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구체적으로 무엇을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바꿀지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5349240"/>
            <a:ext cx="73152" cy="9144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점주는 데이터가 없어서 못하는 게 아니다. 데이터를 자기 매장 맥락으로 번역해줄 사람이 없을 뿐이다.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" cy="3200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· 제안배경 및 출품작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상권더하기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점주 입력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 데이터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결합하여,
</a:t>
            </a:r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멀티에이전트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해석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거쳐,
</a:t>
            </a:r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가능한 운영 솔루션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제공하는 서비스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61772" y="4297680"/>
            <a:ext cx="3657600" cy="2011680"/>
          </a:xfrm>
          <a:prstGeom prst="rect">
            <a:avLst/>
          </a:prstGeom>
          <a:solidFill>
            <a:srgbClr val="1A2854"/>
          </a:solidFill>
          <a:ln w="9525">
            <a:solidFill>
              <a:srgbClr val="2D3F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" y="4297680"/>
            <a:ext cx="54864" cy="201168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점주 + 공공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0372" y="53035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상호명 · 구/동 · 업종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운영시간 · 대표상품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매장 분위기 · 고민사항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고객층 + 공공데이터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5676" y="4297680"/>
            <a:ext cx="3657600" cy="2011680"/>
          </a:xfrm>
          <a:prstGeom prst="rect">
            <a:avLst/>
          </a:prstGeom>
          <a:solidFill>
            <a:srgbClr val="1A2854"/>
          </a:solidFill>
          <a:ln w="9525">
            <a:solidFill>
              <a:srgbClr val="2D3F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5676" y="4297680"/>
            <a:ext cx="54864" cy="201168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5" name="Text 13"/>
          <p:cNvSpPr/>
          <p:nvPr/>
        </p:nvSpPr>
        <p:spPr>
          <a:xfrm>
            <a:off x="4494276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4276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해석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94276" y="53035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멀티에이전트가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상권 맥락 · 운영 특성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특성 · 불안 포인트를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다각도로 해석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69580" y="4297680"/>
            <a:ext cx="3657600" cy="2011680"/>
          </a:xfrm>
          <a:prstGeom prst="rect">
            <a:avLst/>
          </a:prstGeom>
          <a:solidFill>
            <a:srgbClr val="1A2854"/>
          </a:solidFill>
          <a:ln w="9525">
            <a:solidFill>
              <a:srgbClr val="2D3F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9580" y="4297680"/>
            <a:ext cx="54864" cy="201168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/>
          <p:nvPr/>
        </p:nvSpPr>
        <p:spPr>
          <a:xfrm>
            <a:off x="829818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8180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솔루션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98180" y="53035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시간대 운영 전략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단골 전환 구조 강화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진열·동선 개선 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매장별 맞춤 액션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“감각적 고민을  →  구조적 문제로  →  실행 솔루션으로”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" cy="3200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· 제안배경 및 출품작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상권 분석을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의사결정으로 전환한다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5349240" cy="182880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→ 문제 구조화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막연한 고민</a:t>
            </a:r>
            <a:endParaRPr lang="en-US" sz="1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"손님이 적다 / 매출이 약하다"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99592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구조적 진단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시간대 매출 붕괴 / 단골 전환 실패 / 객단가 저하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697480"/>
            <a:ext cx="534924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2971800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323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3154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→ 실행 전략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36118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구조적 진단</a:t>
            </a:r>
            <a:endParaRPr lang="en-US" sz="1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</a:rPr>
              <a:t>"시간대 매출 붕괴 / 단골 전환 실패"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99592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114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</a:rPr>
              <a:t>실행 액션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시간대 운영 분리 / 단골 전환 구조 / 동선 개선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카페, 다른 유형 → 다른 솔루션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5486400" cy="169164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29200"/>
            <a:ext cx="54864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1937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DUTM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286000" y="5285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· 실용 · 통과 · 대중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5669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역삼 직장가 카페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989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25880" y="5989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점심 시간대 구매 목적 미스매치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6309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25880" y="6309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점심 2시간 전용 운영 재설계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45352" y="5029200"/>
            <a:ext cx="5486400" cy="16916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5352" y="5029200"/>
            <a:ext cx="54864" cy="16916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5" name="Text 33"/>
          <p:cNvSpPr/>
          <p:nvPr/>
        </p:nvSpPr>
        <p:spPr>
          <a:xfrm>
            <a:off x="6473952" y="51937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NFTG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074152" y="5285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야간 · 감성 · 통과 · 틈새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73952" y="5669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홍대 관광 상권 카페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73952" y="5989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14032" y="5989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피로 + 첫 구매 동선 복잡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73952" y="6309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14032" y="6309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히어로 상품 집중 + 동선 단순화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상권더하기 - 제안배경 및 출품작 소개</dc:title>
  <dc:subject>PptxGenJS Presentation</dc:subject>
  <dc:creator>PptxGenJS</dc:creator>
  <cp:lastModifiedBy>PptxGenJS</cp:lastModifiedBy>
  <cp:revision>1</cp:revision>
  <dcterms:created xsi:type="dcterms:W3CDTF">2026-04-28T12:04:26Z</dcterms:created>
  <dcterms:modified xsi:type="dcterms:W3CDTF">2026-04-28T12:04:26Z</dcterms:modified>
</cp:coreProperties>
</file>