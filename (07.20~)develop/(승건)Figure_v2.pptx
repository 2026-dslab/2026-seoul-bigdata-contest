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270" r:id="rId2"/>
    <p:sldId id="269" r:id="rId3"/>
    <p:sldId id="267" r:id="rId4"/>
    <p:sldId id="268" r:id="rId5"/>
  </p:sldIdLst>
  <p:sldSz cx="12192000" cy="6858000"/>
  <p:notesSz cx="6858000" cy="9144000"/>
  <p:embeddedFontLst>
    <p:embeddedFont>
      <p:font typeface="Malgun Gothic" panose="020B0503020000020004" pitchFamily="50" charset="-127"/>
      <p:regular r:id="rId7"/>
      <p:bold r:id="rId8"/>
    </p:embeddedFont>
    <p:embeddedFont>
      <p:font typeface="Malgun Gothic" panose="020B0503020000020004" pitchFamily="50" charset="-127"/>
      <p:regular r:id="rId7"/>
      <p:bold r:id="rId8"/>
    </p:embeddedFont>
    <p:embeddedFont>
      <p:font typeface="Pretendard" panose="02000503000000020004" pitchFamily="50" charset="-127"/>
      <p:regular r:id="rId9"/>
      <p:bold r:id="rId1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A0CB"/>
    <a:srgbClr val="FFF8EF"/>
    <a:srgbClr val="EBFFF5"/>
    <a:srgbClr val="ECEBFF"/>
    <a:srgbClr val="D4D2FE"/>
    <a:srgbClr val="FFF3E5"/>
    <a:srgbClr val="FFE5C9"/>
    <a:srgbClr val="FBFFF7"/>
    <a:srgbClr val="FEE2E2"/>
    <a:srgbClr val="ACC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5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52.png"/><Relationship Id="rId17" Type="http://schemas.openxmlformats.org/officeDocument/2006/relationships/image" Target="../media/image69.png"/><Relationship Id="rId2" Type="http://schemas.openxmlformats.org/officeDocument/2006/relationships/image" Target="../media/image58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51.png"/><Relationship Id="rId5" Type="http://schemas.openxmlformats.org/officeDocument/2006/relationships/image" Target="../media/image60.png"/><Relationship Id="rId15" Type="http://schemas.openxmlformats.org/officeDocument/2006/relationships/image" Target="../media/image67.png"/><Relationship Id="rId10" Type="http://schemas.openxmlformats.org/officeDocument/2006/relationships/image" Target="../media/image65.png"/><Relationship Id="rId4" Type="http://schemas.openxmlformats.org/officeDocument/2006/relationships/image" Target="../media/image55.png"/><Relationship Id="rId9" Type="http://schemas.openxmlformats.org/officeDocument/2006/relationships/image" Target="../media/image64.png"/><Relationship Id="rId14" Type="http://schemas.openxmlformats.org/officeDocument/2006/relationships/image" Target="../media/image6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68.png"/><Relationship Id="rId18" Type="http://schemas.openxmlformats.org/officeDocument/2006/relationships/image" Target="../media/image71.png"/><Relationship Id="rId3" Type="http://schemas.openxmlformats.org/officeDocument/2006/relationships/image" Target="../media/image62.png"/><Relationship Id="rId7" Type="http://schemas.openxmlformats.org/officeDocument/2006/relationships/image" Target="../media/image51.png"/><Relationship Id="rId12" Type="http://schemas.openxmlformats.org/officeDocument/2006/relationships/image" Target="../media/image67.png"/><Relationship Id="rId17" Type="http://schemas.openxmlformats.org/officeDocument/2006/relationships/image" Target="../media/image70.png"/><Relationship Id="rId2" Type="http://schemas.openxmlformats.org/officeDocument/2006/relationships/image" Target="../media/image65.png"/><Relationship Id="rId16" Type="http://schemas.openxmlformats.org/officeDocument/2006/relationships/image" Target="../media/image61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6.png"/><Relationship Id="rId5" Type="http://schemas.openxmlformats.org/officeDocument/2006/relationships/image" Target="../media/image58.png"/><Relationship Id="rId15" Type="http://schemas.openxmlformats.org/officeDocument/2006/relationships/image" Target="../media/image63.png"/><Relationship Id="rId10" Type="http://schemas.openxmlformats.org/officeDocument/2006/relationships/image" Target="../media/image55.png"/><Relationship Id="rId19" Type="http://schemas.openxmlformats.org/officeDocument/2006/relationships/image" Target="../media/image72.png"/><Relationship Id="rId4" Type="http://schemas.openxmlformats.org/officeDocument/2006/relationships/image" Target="../media/image64.png"/><Relationship Id="rId9" Type="http://schemas.openxmlformats.org/officeDocument/2006/relationships/image" Target="../media/image53.png"/><Relationship Id="rId14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69.png"/><Relationship Id="rId3" Type="http://schemas.openxmlformats.org/officeDocument/2006/relationships/image" Target="../media/image62.png"/><Relationship Id="rId7" Type="http://schemas.openxmlformats.org/officeDocument/2006/relationships/image" Target="../media/image52.png"/><Relationship Id="rId12" Type="http://schemas.openxmlformats.org/officeDocument/2006/relationships/image" Target="../media/image68.png"/><Relationship Id="rId17" Type="http://schemas.openxmlformats.org/officeDocument/2006/relationships/image" Target="../media/image61.png"/><Relationship Id="rId2" Type="http://schemas.openxmlformats.org/officeDocument/2006/relationships/image" Target="../media/image65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67.png"/><Relationship Id="rId5" Type="http://schemas.openxmlformats.org/officeDocument/2006/relationships/image" Target="../media/image58.png"/><Relationship Id="rId15" Type="http://schemas.openxmlformats.org/officeDocument/2006/relationships/image" Target="../media/image59.png"/><Relationship Id="rId10" Type="http://schemas.openxmlformats.org/officeDocument/2006/relationships/image" Target="../media/image66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Relationship Id="rId1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다리꼴 20">
            <a:extLst>
              <a:ext uri="{FF2B5EF4-FFF2-40B4-BE49-F238E27FC236}">
                <a16:creationId xmlns:a16="http://schemas.microsoft.com/office/drawing/2014/main" id="{DE8C2475-8AD3-4C5A-A4A1-8519C7830097}"/>
              </a:ext>
            </a:extLst>
          </p:cNvPr>
          <p:cNvSpPr/>
          <p:nvPr/>
        </p:nvSpPr>
        <p:spPr>
          <a:xfrm rot="16200000">
            <a:off x="4960295" y="3396008"/>
            <a:ext cx="3159454" cy="414497"/>
          </a:xfrm>
          <a:prstGeom prst="trapezoid">
            <a:avLst>
              <a:gd name="adj" fmla="val 207944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2024609" y="3176512"/>
            <a:ext cx="826368" cy="702304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1860747" y="1024468"/>
            <a:ext cx="3212756" cy="4673600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057554" y="2976781"/>
            <a:ext cx="894132" cy="89413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30828" y="4459090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30708" y="1899579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11296" y="4447770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3520661" y="4043554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98683" y="1851555"/>
            <a:ext cx="380811" cy="380811"/>
          </a:xfrm>
          <a:prstGeom prst="rect">
            <a:avLst/>
          </a:prstGeom>
        </p:spPr>
      </p:pic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3530708" y="2661642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1764" y="4446570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214118" y="3062487"/>
            <a:ext cx="729895" cy="729895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1871215" y="1040022"/>
            <a:ext cx="3182696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5349989" y="1022289"/>
            <a:ext cx="5685154" cy="4675599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5359224" y="1043098"/>
            <a:ext cx="5668810" cy="499197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6747268" y="1622396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6756504" y="1637950"/>
            <a:ext cx="3077912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6747268" y="2630545"/>
            <a:ext cx="3087148" cy="916297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6756503" y="2646100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6747268" y="3657498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6756503" y="3673052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30780" y="2056173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7554" y="2054817"/>
            <a:ext cx="473198" cy="39253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20364" y="3069166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77554" y="3093163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23169" y="2964356"/>
            <a:ext cx="155923" cy="13715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41949" y="4039640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87301" y="4046521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8033354" y="1930234"/>
            <a:ext cx="17708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점수 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2773960" y="3446616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69138" y="3654855"/>
            <a:ext cx="451641" cy="536141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285571" y="2622908"/>
            <a:ext cx="435208" cy="525642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266924" y="1625865"/>
            <a:ext cx="434158" cy="5361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4034241" y="3446616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9958413" y="2049472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284968-3E7C-4923-8AEF-BC22EFEB36ED}"/>
              </a:ext>
            </a:extLst>
          </p:cNvPr>
          <p:cNvSpPr/>
          <p:nvPr/>
        </p:nvSpPr>
        <p:spPr>
          <a:xfrm>
            <a:off x="1917130" y="3756556"/>
            <a:ext cx="933847" cy="380701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입력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00ABCE79-5FA5-4985-9273-7A56D8F5B4F3}"/>
              </a:ext>
            </a:extLst>
          </p:cNvPr>
          <p:cNvSpPr/>
          <p:nvPr/>
        </p:nvSpPr>
        <p:spPr>
          <a:xfrm>
            <a:off x="3061438" y="3800147"/>
            <a:ext cx="935336" cy="22086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9BBBE00-B73C-4C05-9A9A-4A937BF46AE3}"/>
              </a:ext>
            </a:extLst>
          </p:cNvPr>
          <p:cNvSpPr/>
          <p:nvPr/>
        </p:nvSpPr>
        <p:spPr>
          <a:xfrm>
            <a:off x="2830828" y="2338903"/>
            <a:ext cx="1408049" cy="22086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E40D847-6815-410D-AF4D-6A83C5B83815}"/>
              </a:ext>
            </a:extLst>
          </p:cNvPr>
          <p:cNvSpPr/>
          <p:nvPr/>
        </p:nvSpPr>
        <p:spPr>
          <a:xfrm>
            <a:off x="2516897" y="4888725"/>
            <a:ext cx="197776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1B798E9-FD0D-4DC0-B494-5B5019BFFCD2}"/>
              </a:ext>
            </a:extLst>
          </p:cNvPr>
          <p:cNvSpPr/>
          <p:nvPr/>
        </p:nvSpPr>
        <p:spPr>
          <a:xfrm>
            <a:off x="4097466" y="3756556"/>
            <a:ext cx="940222" cy="376039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33F82C-CBB2-4B10-AD29-7EB23F3488A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91803" y="3096769"/>
            <a:ext cx="627412" cy="634697"/>
          </a:xfrm>
          <a:prstGeom prst="rect">
            <a:avLst/>
          </a:prstGeom>
        </p:spPr>
      </p:pic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E8964E8-9EED-4F71-8F68-60D5F1EF434D}"/>
              </a:ext>
            </a:extLst>
          </p:cNvPr>
          <p:cNvSpPr/>
          <p:nvPr/>
        </p:nvSpPr>
        <p:spPr>
          <a:xfrm>
            <a:off x="5458212" y="3744111"/>
            <a:ext cx="902701" cy="388487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분석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C4240A1-413A-4B3C-971D-E00AE0BBE9E2}"/>
              </a:ext>
            </a:extLst>
          </p:cNvPr>
          <p:cNvSpPr txBox="1"/>
          <p:nvPr/>
        </p:nvSpPr>
        <p:spPr>
          <a:xfrm>
            <a:off x="8033354" y="3113279"/>
            <a:ext cx="177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내 경쟁 강도 평가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E04BE16-CC87-436F-8B6C-D5F93786C0CB}"/>
              </a:ext>
            </a:extLst>
          </p:cNvPr>
          <p:cNvSpPr txBox="1"/>
          <p:nvPr/>
        </p:nvSpPr>
        <p:spPr>
          <a:xfrm>
            <a:off x="8033354" y="4046538"/>
            <a:ext cx="17708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경쟁력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포지셔닝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0133FB4D-9D94-4AF9-8C65-225B6F670208}"/>
              </a:ext>
            </a:extLst>
          </p:cNvPr>
          <p:cNvSpPr/>
          <p:nvPr/>
        </p:nvSpPr>
        <p:spPr>
          <a:xfrm>
            <a:off x="10060586" y="2205645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EC15B801-A035-4970-A5CB-E69EE3A10F16}"/>
              </a:ext>
            </a:extLst>
          </p:cNvPr>
          <p:cNvSpPr/>
          <p:nvPr/>
        </p:nvSpPr>
        <p:spPr>
          <a:xfrm>
            <a:off x="10060586" y="321420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A2B4B4FF-B26A-4C80-B601-26EB6953C1A9}"/>
              </a:ext>
            </a:extLst>
          </p:cNvPr>
          <p:cNvCxnSpPr>
            <a:cxnSpLocks/>
          </p:cNvCxnSpPr>
          <p:nvPr/>
        </p:nvCxnSpPr>
        <p:spPr>
          <a:xfrm>
            <a:off x="9958413" y="3129757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1E5E12B2-FF8C-4DFD-BDFC-BD66D49315B5}"/>
              </a:ext>
            </a:extLst>
          </p:cNvPr>
          <p:cNvSpPr/>
          <p:nvPr/>
        </p:nvSpPr>
        <p:spPr>
          <a:xfrm>
            <a:off x="10060586" y="423903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1931BC4C-3D9A-4259-93A2-8E8BEF741836}"/>
              </a:ext>
            </a:extLst>
          </p:cNvPr>
          <p:cNvCxnSpPr>
            <a:cxnSpLocks/>
          </p:cNvCxnSpPr>
          <p:nvPr/>
        </p:nvCxnSpPr>
        <p:spPr>
          <a:xfrm>
            <a:off x="9958413" y="41188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F91395D7-9E62-4616-B5B7-8BD75F468073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1657912"/>
            <a:ext cx="273820" cy="273820"/>
          </a:xfrm>
          <a:prstGeom prst="rect">
            <a:avLst/>
          </a:prstGeom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61D0E4A4-46FD-49F7-A44D-5B2B406B26A2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2674023"/>
            <a:ext cx="273820" cy="273820"/>
          </a:xfrm>
          <a:prstGeom prst="rect">
            <a:avLst/>
          </a:prstGeom>
        </p:spPr>
      </p:pic>
      <p:pic>
        <p:nvPicPr>
          <p:cNvPr id="194" name="그림 193">
            <a:extLst>
              <a:ext uri="{FF2B5EF4-FFF2-40B4-BE49-F238E27FC236}">
                <a16:creationId xmlns:a16="http://schemas.microsoft.com/office/drawing/2014/main" id="{45A929BF-4227-4238-A9D5-F16FD9114511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3693877"/>
            <a:ext cx="273820" cy="273820"/>
          </a:xfrm>
          <a:prstGeom prst="rect">
            <a:avLst/>
          </a:prstGeom>
        </p:spPr>
      </p:pic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5A569E63-9879-4543-AAC0-CFEA7F480330}"/>
              </a:ext>
            </a:extLst>
          </p:cNvPr>
          <p:cNvSpPr/>
          <p:nvPr/>
        </p:nvSpPr>
        <p:spPr>
          <a:xfrm>
            <a:off x="6747268" y="4672040"/>
            <a:ext cx="3087148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32B5DFE9-9854-4104-8E97-1C0E7C761271}"/>
              </a:ext>
            </a:extLst>
          </p:cNvPr>
          <p:cNvSpPr/>
          <p:nvPr/>
        </p:nvSpPr>
        <p:spPr>
          <a:xfrm>
            <a:off x="6756503" y="4687594"/>
            <a:ext cx="3077913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사례 분석 에이전트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EBBC714-2766-4797-BDF9-F9C207FE0F28}"/>
              </a:ext>
            </a:extLst>
          </p:cNvPr>
          <p:cNvSpPr txBox="1"/>
          <p:nvPr/>
        </p:nvSpPr>
        <p:spPr>
          <a:xfrm>
            <a:off x="8033353" y="5061080"/>
            <a:ext cx="18742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성공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실패 사례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가게와 비교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0" name="그림 129">
            <a:extLst>
              <a:ext uri="{FF2B5EF4-FFF2-40B4-BE49-F238E27FC236}">
                <a16:creationId xmlns:a16="http://schemas.microsoft.com/office/drawing/2014/main" id="{29A0EFE1-C4DA-47DF-81D7-39F5CDC77FAE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16330" y="4708419"/>
            <a:ext cx="273820" cy="2738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F096B5-06EC-4253-BEAE-C0B63C5BC941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920364" y="4988762"/>
            <a:ext cx="556088" cy="5560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9652F8B-B07A-41E0-A3CF-411B4B106E2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flipH="1">
            <a:off x="7555539" y="5065069"/>
            <a:ext cx="404620" cy="404620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BFE2298E-84D0-424F-95B9-84CE121A9494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69138" y="4641530"/>
            <a:ext cx="451641" cy="536141"/>
          </a:xfrm>
          <a:prstGeom prst="rect">
            <a:avLst/>
          </a:prstGeom>
        </p:spPr>
      </p:pic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97EE165-00C4-4787-B33B-F4C960CA681D}"/>
              </a:ext>
            </a:extLst>
          </p:cNvPr>
          <p:cNvSpPr/>
          <p:nvPr/>
        </p:nvSpPr>
        <p:spPr>
          <a:xfrm>
            <a:off x="10060586" y="522571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분석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8EE5BF76-A4BC-442E-AAE2-606362559E86}"/>
              </a:ext>
            </a:extLst>
          </p:cNvPr>
          <p:cNvCxnSpPr>
            <a:cxnSpLocks/>
          </p:cNvCxnSpPr>
          <p:nvPr/>
        </p:nvCxnSpPr>
        <p:spPr>
          <a:xfrm>
            <a:off x="9958413" y="5105525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0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BF8980-5C53-45BC-B55C-3954F1476183}"/>
              </a:ext>
            </a:extLst>
          </p:cNvPr>
          <p:cNvSpPr/>
          <p:nvPr/>
        </p:nvSpPr>
        <p:spPr>
          <a:xfrm>
            <a:off x="3064933" y="3256385"/>
            <a:ext cx="6394772" cy="210322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9B096A8-A97E-4FAB-BB9B-6D86990A0BFD}"/>
              </a:ext>
            </a:extLst>
          </p:cNvPr>
          <p:cNvSpPr/>
          <p:nvPr/>
        </p:nvSpPr>
        <p:spPr>
          <a:xfrm>
            <a:off x="3081662" y="3276834"/>
            <a:ext cx="6377862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4.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분석</a:t>
            </a:r>
          </a:p>
        </p:txBody>
      </p:sp>
      <p:sp>
        <p:nvSpPr>
          <p:cNvPr id="163" name="Google Shape;93;p36">
            <a:extLst>
              <a:ext uri="{FF2B5EF4-FFF2-40B4-BE49-F238E27FC236}">
                <a16:creationId xmlns:a16="http://schemas.microsoft.com/office/drawing/2014/main" id="{6D4C6044-E46C-4FF1-A9C7-BD70EC8293A7}"/>
              </a:ext>
            </a:extLst>
          </p:cNvPr>
          <p:cNvSpPr/>
          <p:nvPr/>
        </p:nvSpPr>
        <p:spPr>
          <a:xfrm rot="5400000">
            <a:off x="7493349" y="4261541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그림 3">
            <a:extLst>
              <a:ext uri="{FF2B5EF4-FFF2-40B4-BE49-F238E27FC236}">
                <a16:creationId xmlns:a16="http://schemas.microsoft.com/office/drawing/2014/main" id="{86631CCB-904B-4041-A044-1B14D357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114" y="3889295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136A709A-4B16-486A-8DA8-4416FED9E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357" y="3971561"/>
            <a:ext cx="347313" cy="347313"/>
          </a:xfrm>
          <a:prstGeom prst="rect">
            <a:avLst/>
          </a:prstGeom>
        </p:spPr>
      </p:pic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293933FA-D1EE-41FE-BEE2-7A45D4D9C20B}"/>
              </a:ext>
            </a:extLst>
          </p:cNvPr>
          <p:cNvSpPr/>
          <p:nvPr/>
        </p:nvSpPr>
        <p:spPr>
          <a:xfrm>
            <a:off x="4786483" y="4062402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FB6EFD14-9972-4EDC-83BB-7216EFD25F50}"/>
              </a:ext>
            </a:extLst>
          </p:cNvPr>
          <p:cNvSpPr/>
          <p:nvPr/>
        </p:nvSpPr>
        <p:spPr>
          <a:xfrm>
            <a:off x="4795718" y="4077956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F62695-93D3-4B20-A71F-5AC2523A89E2}"/>
              </a:ext>
            </a:extLst>
          </p:cNvPr>
          <p:cNvSpPr txBox="1"/>
          <p:nvPr/>
        </p:nvSpPr>
        <p:spPr>
          <a:xfrm>
            <a:off x="6157727" y="4492835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5680AEB3-D1C0-4BD2-97C3-CF8967C50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545" y="4097918"/>
            <a:ext cx="273820" cy="273820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FC79F756-02B0-4893-83F8-FC83CFAB1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938" y="4278640"/>
            <a:ext cx="711175" cy="49506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0C64CA3-6EF3-4AFA-9FF2-16A3BDAF1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660" y="4493027"/>
            <a:ext cx="361445" cy="361445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BC6BEC4A-458F-447E-8EFA-CEDCCD793B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0410" y="4467782"/>
            <a:ext cx="312398" cy="411936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496ACECB-4637-490C-AA9F-04457DFAF2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116" y="4446384"/>
            <a:ext cx="411937" cy="411937"/>
          </a:xfrm>
          <a:prstGeom prst="rect">
            <a:avLst/>
          </a:prstGeom>
        </p:spPr>
      </p:pic>
      <p:sp>
        <p:nvSpPr>
          <p:cNvPr id="179" name="더하기 기호 178">
            <a:extLst>
              <a:ext uri="{FF2B5EF4-FFF2-40B4-BE49-F238E27FC236}">
                <a16:creationId xmlns:a16="http://schemas.microsoft.com/office/drawing/2014/main" id="{CE94ACF8-4BBF-4CA4-AF35-5BB964842068}"/>
              </a:ext>
            </a:extLst>
          </p:cNvPr>
          <p:cNvSpPr/>
          <p:nvPr/>
        </p:nvSpPr>
        <p:spPr>
          <a:xfrm>
            <a:off x="5136318" y="454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더하기 기호 179">
            <a:extLst>
              <a:ext uri="{FF2B5EF4-FFF2-40B4-BE49-F238E27FC236}">
                <a16:creationId xmlns:a16="http://schemas.microsoft.com/office/drawing/2014/main" id="{A28BA088-1118-4141-831D-039BC23C90E7}"/>
              </a:ext>
            </a:extLst>
          </p:cNvPr>
          <p:cNvSpPr/>
          <p:nvPr/>
        </p:nvSpPr>
        <p:spPr>
          <a:xfrm>
            <a:off x="5690701" y="454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753CA012-8CDE-4D94-B9E9-01BC1B95D3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6977" y="4270804"/>
            <a:ext cx="536141" cy="536141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8BC3D0C-1207-45F7-934E-218B4AB31D74}"/>
              </a:ext>
            </a:extLst>
          </p:cNvPr>
          <p:cNvSpPr/>
          <p:nvPr/>
        </p:nvSpPr>
        <p:spPr>
          <a:xfrm>
            <a:off x="3552437" y="488646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6D81B9A-DFA6-4CA4-A9CF-FC38EDDAD4A6}"/>
              </a:ext>
            </a:extLst>
          </p:cNvPr>
          <p:cNvSpPr/>
          <p:nvPr/>
        </p:nvSpPr>
        <p:spPr>
          <a:xfrm>
            <a:off x="8016500" y="4806945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B3E131D-82F4-446D-8530-EFE24FCF3C9D}"/>
              </a:ext>
            </a:extLst>
          </p:cNvPr>
          <p:cNvSpPr/>
          <p:nvPr/>
        </p:nvSpPr>
        <p:spPr>
          <a:xfrm>
            <a:off x="489018" y="588600"/>
            <a:ext cx="11491316" cy="2602506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7B18B2A-44FD-4772-B3A1-A4C30924351A}"/>
              </a:ext>
            </a:extLst>
          </p:cNvPr>
          <p:cNvSpPr/>
          <p:nvPr/>
        </p:nvSpPr>
        <p:spPr>
          <a:xfrm>
            <a:off x="503192" y="609049"/>
            <a:ext cx="11460930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2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CFE1BC3B-0DF8-4A72-AE37-FE32A1E74E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3978" y="1705622"/>
            <a:ext cx="530286" cy="530286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A84E4C6-8660-4B9A-A5D7-AEEFEDBFB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6726" y="1642895"/>
            <a:ext cx="503434" cy="663842"/>
          </a:xfrm>
          <a:prstGeom prst="rect">
            <a:avLst/>
          </a:prstGeom>
        </p:spPr>
      </p:pic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A8002BC-CC6E-413D-A06E-C99F85607737}"/>
              </a:ext>
            </a:extLst>
          </p:cNvPr>
          <p:cNvCxnSpPr>
            <a:cxnSpLocks/>
          </p:cNvCxnSpPr>
          <p:nvPr/>
        </p:nvCxnSpPr>
        <p:spPr>
          <a:xfrm flipH="1">
            <a:off x="10802717" y="2015671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5AE226A-3FB7-4CD6-8975-CC10799DAD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5631" y="1813664"/>
            <a:ext cx="536141" cy="536141"/>
          </a:xfrm>
          <a:prstGeom prst="rect">
            <a:avLst/>
          </a:prstGeom>
        </p:spPr>
      </p:pic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A87007E-A2DE-4250-9853-DBAEF36D9801}"/>
              </a:ext>
            </a:extLst>
          </p:cNvPr>
          <p:cNvCxnSpPr>
            <a:cxnSpLocks/>
          </p:cNvCxnSpPr>
          <p:nvPr/>
        </p:nvCxnSpPr>
        <p:spPr>
          <a:xfrm>
            <a:off x="10825397" y="2105131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그림 3">
            <a:extLst>
              <a:ext uri="{FF2B5EF4-FFF2-40B4-BE49-F238E27FC236}">
                <a16:creationId xmlns:a16="http://schemas.microsoft.com/office/drawing/2014/main" id="{CA876DC7-8227-4B47-AD63-14EE62279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319" y="1413828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CE930E55-9816-498D-A3F5-345F54F1B7C7}"/>
              </a:ext>
            </a:extLst>
          </p:cNvPr>
          <p:cNvGrpSpPr/>
          <p:nvPr/>
        </p:nvGrpSpPr>
        <p:grpSpPr>
          <a:xfrm>
            <a:off x="606138" y="1280478"/>
            <a:ext cx="309376" cy="1244147"/>
            <a:chOff x="557509" y="3319197"/>
            <a:chExt cx="309376" cy="1244147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BA44F657-98A8-4A98-B4D4-142D35D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C96761CC-374A-4FAF-8155-26270F33F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2FEB6AE3-05E2-4629-B753-3B229B6AC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8A68CBC-7672-4C7E-B44A-043BB16C304C}"/>
              </a:ext>
            </a:extLst>
          </p:cNvPr>
          <p:cNvSpPr/>
          <p:nvPr/>
        </p:nvSpPr>
        <p:spPr>
          <a:xfrm>
            <a:off x="1236276" y="1446766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A79F522-DE17-43AC-9D65-2113FDC7D268}"/>
              </a:ext>
            </a:extLst>
          </p:cNvPr>
          <p:cNvSpPr/>
          <p:nvPr/>
        </p:nvSpPr>
        <p:spPr>
          <a:xfrm>
            <a:off x="1245512" y="1462320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4B5EEC-F176-4192-8F1E-A5BD8214E200}"/>
              </a:ext>
            </a:extLst>
          </p:cNvPr>
          <p:cNvSpPr txBox="1"/>
          <p:nvPr/>
        </p:nvSpPr>
        <p:spPr>
          <a:xfrm>
            <a:off x="2104186" y="1879802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584C6394-21A0-48B0-976D-8F74D0FF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338" y="1482282"/>
            <a:ext cx="273820" cy="273820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375EE301-E675-4CE4-8E64-E035AB586D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7334" y="1805581"/>
            <a:ext cx="745120" cy="520401"/>
          </a:xfrm>
          <a:prstGeom prst="rect">
            <a:avLst/>
          </a:prstGeom>
        </p:spPr>
      </p:pic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3EFD27A-D92D-4575-B9DC-434DA0F27A04}"/>
              </a:ext>
            </a:extLst>
          </p:cNvPr>
          <p:cNvCxnSpPr>
            <a:cxnSpLocks/>
          </p:cNvCxnSpPr>
          <p:nvPr/>
        </p:nvCxnSpPr>
        <p:spPr>
          <a:xfrm flipV="1">
            <a:off x="965693" y="1910536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5CDF686-637B-448E-9392-519AA60463BA}"/>
              </a:ext>
            </a:extLst>
          </p:cNvPr>
          <p:cNvCxnSpPr>
            <a:cxnSpLocks/>
          </p:cNvCxnSpPr>
          <p:nvPr/>
        </p:nvCxnSpPr>
        <p:spPr>
          <a:xfrm flipV="1">
            <a:off x="3758485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2FE5E93-BF39-4280-B10A-458632ABA148}"/>
              </a:ext>
            </a:extLst>
          </p:cNvPr>
          <p:cNvSpPr/>
          <p:nvPr/>
        </p:nvSpPr>
        <p:spPr>
          <a:xfrm>
            <a:off x="1598566" y="2663640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E280180-149E-4E2B-B936-EC22C2D3E672}"/>
              </a:ext>
            </a:extLst>
          </p:cNvPr>
          <p:cNvSpPr/>
          <p:nvPr/>
        </p:nvSpPr>
        <p:spPr>
          <a:xfrm>
            <a:off x="3827781" y="2378820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3168EAF-A17B-4420-BA1E-2EA6A8B53974}"/>
              </a:ext>
            </a:extLst>
          </p:cNvPr>
          <p:cNvSpPr/>
          <p:nvPr/>
        </p:nvSpPr>
        <p:spPr>
          <a:xfrm>
            <a:off x="4830906" y="2371138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96E861A2-75DD-4189-BAE5-1D4F7D0638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957" y="1707334"/>
            <a:ext cx="504578" cy="504578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F0BE7BE4-EA05-45FC-BE33-72B9E37C3385}"/>
              </a:ext>
            </a:extLst>
          </p:cNvPr>
          <p:cNvSpPr/>
          <p:nvPr/>
        </p:nvSpPr>
        <p:spPr>
          <a:xfrm>
            <a:off x="527831" y="1230918"/>
            <a:ext cx="3174074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D2665B8-E9E0-4C85-BEE7-5C2FF45CBF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6122" y="1664638"/>
            <a:ext cx="593679" cy="593679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4772A3C-1235-4BAC-AC70-08F2C10305AD}"/>
              </a:ext>
            </a:extLst>
          </p:cNvPr>
          <p:cNvSpPr/>
          <p:nvPr/>
        </p:nvSpPr>
        <p:spPr>
          <a:xfrm>
            <a:off x="8532884" y="1533692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7C6C8B7-C924-48D3-90AE-D9A012E7B4E2}"/>
              </a:ext>
            </a:extLst>
          </p:cNvPr>
          <p:cNvSpPr/>
          <p:nvPr/>
        </p:nvSpPr>
        <p:spPr>
          <a:xfrm>
            <a:off x="8542120" y="1549246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B5FB39-2CCF-4AD7-8926-8C845EBCF031}"/>
              </a:ext>
            </a:extLst>
          </p:cNvPr>
          <p:cNvSpPr txBox="1"/>
          <p:nvPr/>
        </p:nvSpPr>
        <p:spPr>
          <a:xfrm>
            <a:off x="9077529" y="1966728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002FDE97-4DA8-41B9-BDB1-1181E51EE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212" y="1569208"/>
            <a:ext cx="273820" cy="273820"/>
          </a:xfrm>
          <a:prstGeom prst="rect">
            <a:avLst/>
          </a:prstGeom>
        </p:spPr>
      </p:pic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77B9484-1032-4941-B43F-B7602A23FCD0}"/>
              </a:ext>
            </a:extLst>
          </p:cNvPr>
          <p:cNvSpPr/>
          <p:nvPr/>
        </p:nvSpPr>
        <p:spPr>
          <a:xfrm>
            <a:off x="6122906" y="2376336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4B0351D-BF78-4FF3-8EA0-0AE6EF2C525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4767" y="1767062"/>
            <a:ext cx="581823" cy="581823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D8AA1DB6-BC8F-4705-9C98-6BC0B4C31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9831" y="1642895"/>
            <a:ext cx="574193" cy="574193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1478AC7F-E35D-43B9-92A5-15FFEBE37378}"/>
              </a:ext>
            </a:extLst>
          </p:cNvPr>
          <p:cNvSpPr/>
          <p:nvPr/>
        </p:nvSpPr>
        <p:spPr>
          <a:xfrm>
            <a:off x="7456926" y="239109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292A5BE1-C4EF-4BA2-959C-01558BDEEBFA}"/>
              </a:ext>
            </a:extLst>
          </p:cNvPr>
          <p:cNvSpPr/>
          <p:nvPr/>
        </p:nvSpPr>
        <p:spPr>
          <a:xfrm>
            <a:off x="10996161" y="2387202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C983B81-08E7-4210-B5E8-70F70FE3315F}"/>
              </a:ext>
            </a:extLst>
          </p:cNvPr>
          <p:cNvCxnSpPr>
            <a:cxnSpLocks/>
          </p:cNvCxnSpPr>
          <p:nvPr/>
        </p:nvCxnSpPr>
        <p:spPr>
          <a:xfrm flipV="1">
            <a:off x="4614703" y="1942866"/>
            <a:ext cx="3612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0D77CFB-B2DB-486F-A96D-CD4A73C0EB3A}"/>
              </a:ext>
            </a:extLst>
          </p:cNvPr>
          <p:cNvCxnSpPr>
            <a:cxnSpLocks/>
          </p:cNvCxnSpPr>
          <p:nvPr/>
        </p:nvCxnSpPr>
        <p:spPr>
          <a:xfrm>
            <a:off x="5821959" y="1942865"/>
            <a:ext cx="2913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814BC88-E4CB-4054-A338-5AB2C47EC6BA}"/>
              </a:ext>
            </a:extLst>
          </p:cNvPr>
          <p:cNvCxnSpPr>
            <a:cxnSpLocks/>
          </p:cNvCxnSpPr>
          <p:nvPr/>
        </p:nvCxnSpPr>
        <p:spPr>
          <a:xfrm flipV="1">
            <a:off x="7324077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24C40B3B-6B2D-441D-A906-20F7A618FB2D}"/>
              </a:ext>
            </a:extLst>
          </p:cNvPr>
          <p:cNvCxnSpPr>
            <a:cxnSpLocks/>
          </p:cNvCxnSpPr>
          <p:nvPr/>
        </p:nvCxnSpPr>
        <p:spPr>
          <a:xfrm flipV="1">
            <a:off x="8246108" y="194286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C9CD2DD-5F78-4CA7-B325-6FB7613ECFF5}"/>
              </a:ext>
            </a:extLst>
          </p:cNvPr>
          <p:cNvCxnSpPr>
            <a:cxnSpLocks/>
          </p:cNvCxnSpPr>
          <p:nvPr/>
        </p:nvCxnSpPr>
        <p:spPr>
          <a:xfrm flipH="1">
            <a:off x="4334184" y="4485545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75019C1-1957-4DF2-8582-F6418291298D}"/>
              </a:ext>
            </a:extLst>
          </p:cNvPr>
          <p:cNvCxnSpPr>
            <a:cxnSpLocks/>
          </p:cNvCxnSpPr>
          <p:nvPr/>
        </p:nvCxnSpPr>
        <p:spPr>
          <a:xfrm>
            <a:off x="4356864" y="4575005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5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0E2DC410-F652-4378-A0F3-DBD0F4EA3335}"/>
              </a:ext>
            </a:extLst>
          </p:cNvPr>
          <p:cNvSpPr/>
          <p:nvPr/>
        </p:nvSpPr>
        <p:spPr>
          <a:xfrm>
            <a:off x="4319935" y="4668554"/>
            <a:ext cx="7518414" cy="2037891"/>
          </a:xfrm>
          <a:prstGeom prst="roundRect">
            <a:avLst>
              <a:gd name="adj" fmla="val 8662"/>
            </a:avLst>
          </a:prstGeom>
          <a:solidFill>
            <a:srgbClr val="EBF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9EB29B-7FA7-4824-82B9-FDE2BF61B270}"/>
              </a:ext>
            </a:extLst>
          </p:cNvPr>
          <p:cNvSpPr/>
          <p:nvPr/>
        </p:nvSpPr>
        <p:spPr>
          <a:xfrm>
            <a:off x="122391" y="4451024"/>
            <a:ext cx="4616627" cy="2255422"/>
          </a:xfrm>
          <a:prstGeom prst="roundRect">
            <a:avLst>
              <a:gd name="adj" fmla="val 8662"/>
            </a:avLst>
          </a:prstGeom>
          <a:solidFill>
            <a:srgbClr val="EC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63F760-9DAD-4948-B697-EC23E9B67089}"/>
              </a:ext>
            </a:extLst>
          </p:cNvPr>
          <p:cNvSpPr/>
          <p:nvPr/>
        </p:nvSpPr>
        <p:spPr>
          <a:xfrm>
            <a:off x="139235" y="1814802"/>
            <a:ext cx="11713338" cy="2840099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110836" y="1654714"/>
            <a:ext cx="11730182" cy="5057159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125010" y="1675164"/>
            <a:ext cx="11699164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5013E-ED10-4BC5-98FC-6810A7C80F4D}"/>
              </a:ext>
            </a:extLst>
          </p:cNvPr>
          <p:cNvSpPr/>
          <p:nvPr/>
        </p:nvSpPr>
        <p:spPr>
          <a:xfrm>
            <a:off x="6703876" y="3726278"/>
            <a:ext cx="471050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5" y="3708048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012" y="5291349"/>
            <a:ext cx="503434" cy="663842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050DB8-C499-423C-9162-D19C720855CF}"/>
              </a:ext>
            </a:extLst>
          </p:cNvPr>
          <p:cNvCxnSpPr>
            <a:cxnSpLocks/>
          </p:cNvCxnSpPr>
          <p:nvPr/>
        </p:nvCxnSpPr>
        <p:spPr>
          <a:xfrm flipV="1">
            <a:off x="4162778" y="4668554"/>
            <a:ext cx="0" cy="47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8534388" y="2863855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778" y="2625111"/>
            <a:ext cx="536141" cy="536141"/>
          </a:xfrm>
          <a:prstGeom prst="rect">
            <a:avLst/>
          </a:prstGeom>
        </p:spPr>
      </p:pic>
      <p:sp>
        <p:nvSpPr>
          <p:cNvPr id="205" name="Google Shape;93;p36">
            <a:extLst>
              <a:ext uri="{FF2B5EF4-FFF2-40B4-BE49-F238E27FC236}">
                <a16:creationId xmlns:a16="http://schemas.microsoft.com/office/drawing/2014/main" id="{7F9AAA5C-EC26-43D1-AF16-4F70BAF83CBC}"/>
              </a:ext>
            </a:extLst>
          </p:cNvPr>
          <p:cNvSpPr/>
          <p:nvPr/>
        </p:nvSpPr>
        <p:spPr>
          <a:xfrm rot="5400000">
            <a:off x="8269360" y="5551541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 flipV="1">
            <a:off x="8557070" y="2953314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466" y="2225275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그림 3">
            <a:extLst>
              <a:ext uri="{FF2B5EF4-FFF2-40B4-BE49-F238E27FC236}">
                <a16:creationId xmlns:a16="http://schemas.microsoft.com/office/drawing/2014/main" id="{F4C7A1E6-8B6E-4D0B-92A9-7CBE2F4F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261" y="5184627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ECFFA3F-D33E-492A-9BE1-6DF7C039C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9038" y="5178335"/>
            <a:ext cx="347313" cy="34731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912137C-62BE-47B4-BF20-A6E44EE807A0}"/>
              </a:ext>
            </a:extLst>
          </p:cNvPr>
          <p:cNvGrpSpPr/>
          <p:nvPr/>
        </p:nvGrpSpPr>
        <p:grpSpPr>
          <a:xfrm>
            <a:off x="312626" y="4962797"/>
            <a:ext cx="309376" cy="1244147"/>
            <a:chOff x="557509" y="3319197"/>
            <a:chExt cx="309376" cy="1244147"/>
          </a:xfrm>
        </p:grpSpPr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5413F7AA-819B-49E8-A4C3-0984AE62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8658B4-A5FE-475F-A4FC-D8F41D13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D15F7C63-A22D-4420-BED4-C4D99CD91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1C14342E-0DA0-4D4D-9850-C70B8CCEED32}"/>
              </a:ext>
            </a:extLst>
          </p:cNvPr>
          <p:cNvSpPr/>
          <p:nvPr/>
        </p:nvSpPr>
        <p:spPr>
          <a:xfrm>
            <a:off x="1052831" y="5129085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609E022-B4E3-4C70-86BC-DEBB8086825B}"/>
              </a:ext>
            </a:extLst>
          </p:cNvPr>
          <p:cNvSpPr/>
          <p:nvPr/>
        </p:nvSpPr>
        <p:spPr>
          <a:xfrm>
            <a:off x="1062067" y="5144639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7C9E907-E454-4A8F-B814-E78C068E3526}"/>
              </a:ext>
            </a:extLst>
          </p:cNvPr>
          <p:cNvSpPr txBox="1"/>
          <p:nvPr/>
        </p:nvSpPr>
        <p:spPr>
          <a:xfrm>
            <a:off x="1920741" y="5562121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F0EE0B2E-785A-4C7E-BFA6-75A7F4613E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893" y="5164601"/>
            <a:ext cx="273820" cy="273820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889" y="5487900"/>
            <a:ext cx="745120" cy="520401"/>
          </a:xfrm>
          <a:prstGeom prst="rect">
            <a:avLst/>
          </a:prstGeom>
        </p:spPr>
      </p:pic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B4D82F7-6AD0-4EEA-8708-CCF641FBCE75}"/>
              </a:ext>
            </a:extLst>
          </p:cNvPr>
          <p:cNvCxnSpPr>
            <a:cxnSpLocks/>
          </p:cNvCxnSpPr>
          <p:nvPr/>
        </p:nvCxnSpPr>
        <p:spPr>
          <a:xfrm flipV="1">
            <a:off x="748383" y="5592855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6A23150-4FD5-4E05-891B-AA6AFF1B37C7}"/>
              </a:ext>
            </a:extLst>
          </p:cNvPr>
          <p:cNvCxnSpPr>
            <a:cxnSpLocks/>
          </p:cNvCxnSpPr>
          <p:nvPr/>
        </p:nvCxnSpPr>
        <p:spPr>
          <a:xfrm flipV="1">
            <a:off x="3566571" y="5574383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E9343B4-8C74-4585-A572-70F7CBD4D5A1}"/>
              </a:ext>
            </a:extLst>
          </p:cNvPr>
          <p:cNvSpPr/>
          <p:nvPr/>
        </p:nvSpPr>
        <p:spPr>
          <a:xfrm>
            <a:off x="1305054" y="6345959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C2A2369-CDFE-40B8-AB45-CA6ED13BEA3D}"/>
              </a:ext>
            </a:extLst>
          </p:cNvPr>
          <p:cNvSpPr/>
          <p:nvPr/>
        </p:nvSpPr>
        <p:spPr>
          <a:xfrm>
            <a:off x="3712067" y="6027274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27D76C30-1F09-48B2-88B7-56D1B0F2DBDC}"/>
              </a:ext>
            </a:extLst>
          </p:cNvPr>
          <p:cNvSpPr/>
          <p:nvPr/>
        </p:nvSpPr>
        <p:spPr>
          <a:xfrm>
            <a:off x="3613389" y="4271935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2FFAD2-64D3-49BC-8372-796C5F01A3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4440" y="2447039"/>
            <a:ext cx="504578" cy="50457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E18F6-4932-499B-9D64-4E84F1CE22BB}"/>
              </a:ext>
            </a:extLst>
          </p:cNvPr>
          <p:cNvSpPr/>
          <p:nvPr/>
        </p:nvSpPr>
        <p:spPr>
          <a:xfrm>
            <a:off x="234318" y="4913237"/>
            <a:ext cx="3267103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0C5D092-F76C-44A6-B0FC-9DFC669E22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6605" y="2404343"/>
            <a:ext cx="593679" cy="593679"/>
          </a:xfrm>
          <a:prstGeom prst="rect">
            <a:avLst/>
          </a:prstGeom>
        </p:spPr>
      </p:pic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9BD09FDF-0059-4E2C-B3BA-19BDAF8A2CE8}"/>
              </a:ext>
            </a:extLst>
          </p:cNvPr>
          <p:cNvSpPr/>
          <p:nvPr/>
        </p:nvSpPr>
        <p:spPr>
          <a:xfrm>
            <a:off x="6264557" y="2458077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074C245-F278-45FD-AE50-435A0E8B1C21}"/>
              </a:ext>
            </a:extLst>
          </p:cNvPr>
          <p:cNvSpPr/>
          <p:nvPr/>
        </p:nvSpPr>
        <p:spPr>
          <a:xfrm>
            <a:off x="6273793" y="2473631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4ABBB6-C506-44E4-9FF0-1A78F28E85A8}"/>
              </a:ext>
            </a:extLst>
          </p:cNvPr>
          <p:cNvSpPr txBox="1"/>
          <p:nvPr/>
        </p:nvSpPr>
        <p:spPr>
          <a:xfrm>
            <a:off x="6809202" y="2891113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91046B54-73C3-4CF7-B53B-21600EB39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619" y="2493593"/>
            <a:ext cx="273820" cy="273820"/>
          </a:xfrm>
          <a:prstGeom prst="rect">
            <a:avLst/>
          </a:prstGeom>
        </p:spPr>
      </p:pic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09BD7C83-6C6F-4C61-8A03-E76D98A5C8BE}"/>
              </a:ext>
            </a:extLst>
          </p:cNvPr>
          <p:cNvCxnSpPr>
            <a:cxnSpLocks/>
          </p:cNvCxnSpPr>
          <p:nvPr/>
        </p:nvCxnSpPr>
        <p:spPr>
          <a:xfrm flipV="1">
            <a:off x="4162778" y="3427263"/>
            <a:ext cx="0" cy="202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CAC23E-AEFC-49F5-A2D6-324E3D9B45B8}"/>
              </a:ext>
            </a:extLst>
          </p:cNvPr>
          <p:cNvSpPr/>
          <p:nvPr/>
        </p:nvSpPr>
        <p:spPr>
          <a:xfrm>
            <a:off x="3613389" y="3014439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98DBF628-EAAC-41E2-A8B9-F2F62EF265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6440" y="2691447"/>
            <a:ext cx="581823" cy="5818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9CEE79-D624-4281-9DF8-84C1A49A0A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95114" y="2376075"/>
            <a:ext cx="574193" cy="574193"/>
          </a:xfrm>
          <a:prstGeom prst="rect">
            <a:avLst/>
          </a:prstGeom>
        </p:spPr>
      </p:pic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F6850F23-3361-4047-B858-B39685CA76F1}"/>
              </a:ext>
            </a:extLst>
          </p:cNvPr>
          <p:cNvCxnSpPr>
            <a:cxnSpLocks/>
          </p:cNvCxnSpPr>
          <p:nvPr/>
        </p:nvCxnSpPr>
        <p:spPr>
          <a:xfrm flipV="1">
            <a:off x="4864103" y="2693400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EB82ED-52CF-4DCC-AFCF-EFA9748E703D}"/>
              </a:ext>
            </a:extLst>
          </p:cNvPr>
          <p:cNvSpPr/>
          <p:nvPr/>
        </p:nvSpPr>
        <p:spPr>
          <a:xfrm>
            <a:off x="5038392" y="301443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76E7C3F6-19FA-4BBE-8B9A-631995BE6BC1}"/>
              </a:ext>
            </a:extLst>
          </p:cNvPr>
          <p:cNvCxnSpPr>
            <a:cxnSpLocks/>
          </p:cNvCxnSpPr>
          <p:nvPr/>
        </p:nvCxnSpPr>
        <p:spPr>
          <a:xfrm flipV="1">
            <a:off x="5936677" y="2693400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3030CFD8-9F92-4F61-908E-6CABC1C150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5025" y="3906245"/>
            <a:ext cx="361445" cy="3614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95D8AE8-43D1-4886-B71A-D582CAB0D9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1050" y="3932680"/>
            <a:ext cx="361445" cy="36144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4CBDF0E-0E5C-4377-AD92-EDF2A081A92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4540" y="3917501"/>
            <a:ext cx="366360" cy="366360"/>
          </a:xfrm>
          <a:prstGeom prst="rect">
            <a:avLst/>
          </a:prstGeom>
        </p:spPr>
      </p:pic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A5BBDC92-6D90-4985-B1DD-39E3795894B3}"/>
              </a:ext>
            </a:extLst>
          </p:cNvPr>
          <p:cNvCxnSpPr>
            <a:cxnSpLocks/>
          </p:cNvCxnSpPr>
          <p:nvPr/>
        </p:nvCxnSpPr>
        <p:spPr>
          <a:xfrm>
            <a:off x="7391591" y="3454971"/>
            <a:ext cx="0" cy="21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4FAFEDE7-F4C3-4240-AB87-9996528784B9}"/>
              </a:ext>
            </a:extLst>
          </p:cNvPr>
          <p:cNvSpPr/>
          <p:nvPr/>
        </p:nvSpPr>
        <p:spPr>
          <a:xfrm>
            <a:off x="6879975" y="4451023"/>
            <a:ext cx="1052549" cy="221059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1E5F02-132F-474A-AD04-0D9A264C7A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80686" y="3431673"/>
            <a:ext cx="415382" cy="415382"/>
          </a:xfrm>
          <a:prstGeom prst="rect">
            <a:avLst/>
          </a:prstGeom>
        </p:spPr>
      </p:pic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FE432830-D9DE-4DC0-BC60-C7D0A57822E4}"/>
              </a:ext>
            </a:extLst>
          </p:cNvPr>
          <p:cNvSpPr/>
          <p:nvPr/>
        </p:nvSpPr>
        <p:spPr>
          <a:xfrm>
            <a:off x="5562494" y="5352402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AAE7C64A-3E5D-4870-BF64-E4063E25DA1C}"/>
              </a:ext>
            </a:extLst>
          </p:cNvPr>
          <p:cNvSpPr/>
          <p:nvPr/>
        </p:nvSpPr>
        <p:spPr>
          <a:xfrm>
            <a:off x="5571729" y="5367956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ADEE886-38B5-473F-9E53-BB7756430C52}"/>
              </a:ext>
            </a:extLst>
          </p:cNvPr>
          <p:cNvSpPr txBox="1"/>
          <p:nvPr/>
        </p:nvSpPr>
        <p:spPr>
          <a:xfrm>
            <a:off x="6933738" y="5782835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5" name="그림 234">
            <a:extLst>
              <a:ext uri="{FF2B5EF4-FFF2-40B4-BE49-F238E27FC236}">
                <a16:creationId xmlns:a16="http://schemas.microsoft.com/office/drawing/2014/main" id="{69D9BAD6-68D1-4182-B757-E367A9780E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1556" y="5387918"/>
            <a:ext cx="273820" cy="2738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0463DE-1FC9-4CF2-AE0B-1983B2CC25C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75006" y="5525648"/>
            <a:ext cx="711175" cy="495063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645D7905-6997-4A92-A99A-95BAAFBA7C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9671" y="5783027"/>
            <a:ext cx="361445" cy="361445"/>
          </a:xfrm>
          <a:prstGeom prst="rect">
            <a:avLst/>
          </a:prstGeom>
        </p:spPr>
      </p:pic>
      <p:pic>
        <p:nvPicPr>
          <p:cNvPr id="238" name="그림 237">
            <a:extLst>
              <a:ext uri="{FF2B5EF4-FFF2-40B4-BE49-F238E27FC236}">
                <a16:creationId xmlns:a16="http://schemas.microsoft.com/office/drawing/2014/main" id="{9C64797A-C4FF-44D2-B16A-9FDBE033A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421" y="5757782"/>
            <a:ext cx="312398" cy="411936"/>
          </a:xfrm>
          <a:prstGeom prst="rect">
            <a:avLst/>
          </a:prstGeom>
        </p:spPr>
      </p:pic>
      <p:pic>
        <p:nvPicPr>
          <p:cNvPr id="239" name="그림 238">
            <a:extLst>
              <a:ext uri="{FF2B5EF4-FFF2-40B4-BE49-F238E27FC236}">
                <a16:creationId xmlns:a16="http://schemas.microsoft.com/office/drawing/2014/main" id="{8FA55918-2631-4F9C-8D90-678046E60D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127" y="5736384"/>
            <a:ext cx="411937" cy="411937"/>
          </a:xfrm>
          <a:prstGeom prst="rect">
            <a:avLst/>
          </a:prstGeom>
        </p:spPr>
      </p:pic>
      <p:sp>
        <p:nvSpPr>
          <p:cNvPr id="45" name="더하기 기호 44">
            <a:extLst>
              <a:ext uri="{FF2B5EF4-FFF2-40B4-BE49-F238E27FC236}">
                <a16:creationId xmlns:a16="http://schemas.microsoft.com/office/drawing/2014/main" id="{C0D1AAFB-7EF7-456E-A90D-D5CA2CD19836}"/>
              </a:ext>
            </a:extLst>
          </p:cNvPr>
          <p:cNvSpPr/>
          <p:nvPr/>
        </p:nvSpPr>
        <p:spPr>
          <a:xfrm>
            <a:off x="5912329" y="583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더하기 기호 239">
            <a:extLst>
              <a:ext uri="{FF2B5EF4-FFF2-40B4-BE49-F238E27FC236}">
                <a16:creationId xmlns:a16="http://schemas.microsoft.com/office/drawing/2014/main" id="{8F948ABA-1692-4E65-ABD1-F0A66AF420D1}"/>
              </a:ext>
            </a:extLst>
          </p:cNvPr>
          <p:cNvSpPr/>
          <p:nvPr/>
        </p:nvSpPr>
        <p:spPr>
          <a:xfrm>
            <a:off x="6466712" y="5834207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3C177ED-421F-4404-A916-514F5A4D6D03}"/>
              </a:ext>
            </a:extLst>
          </p:cNvPr>
          <p:cNvSpPr/>
          <p:nvPr/>
        </p:nvSpPr>
        <p:spPr>
          <a:xfrm>
            <a:off x="8954308" y="3198649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2" name="그림 241">
            <a:extLst>
              <a:ext uri="{FF2B5EF4-FFF2-40B4-BE49-F238E27FC236}">
                <a16:creationId xmlns:a16="http://schemas.microsoft.com/office/drawing/2014/main" id="{7DA429F4-0569-40AC-9EEF-DFFE30E4B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525" y="5566136"/>
            <a:ext cx="536141" cy="536141"/>
          </a:xfrm>
          <a:prstGeom prst="rect">
            <a:avLst/>
          </a:prstGeom>
        </p:spPr>
      </p:pic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335848D6-9E11-48CC-B076-23D7C05CCBDE}"/>
              </a:ext>
            </a:extLst>
          </p:cNvPr>
          <p:cNvSpPr/>
          <p:nvPr/>
        </p:nvSpPr>
        <p:spPr>
          <a:xfrm>
            <a:off x="9001985" y="6181796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13307A89-71F9-47A9-99CD-D97B5430BC7E}"/>
              </a:ext>
            </a:extLst>
          </p:cNvPr>
          <p:cNvSpPr/>
          <p:nvPr/>
        </p:nvSpPr>
        <p:spPr>
          <a:xfrm>
            <a:off x="10187446" y="6171294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6" name="더하기 기호 245">
            <a:extLst>
              <a:ext uri="{FF2B5EF4-FFF2-40B4-BE49-F238E27FC236}">
                <a16:creationId xmlns:a16="http://schemas.microsoft.com/office/drawing/2014/main" id="{3F51AED9-7713-487E-9724-DC20DD1EA03C}"/>
              </a:ext>
            </a:extLst>
          </p:cNvPr>
          <p:cNvSpPr/>
          <p:nvPr/>
        </p:nvSpPr>
        <p:spPr>
          <a:xfrm>
            <a:off x="9860586" y="5541385"/>
            <a:ext cx="540000" cy="540000"/>
          </a:xfrm>
          <a:prstGeom prst="mathPlus">
            <a:avLst/>
          </a:prstGeom>
          <a:solidFill>
            <a:srgbClr val="75A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DDD908-5B3A-4863-9504-F91A8DA341C7}"/>
              </a:ext>
            </a:extLst>
          </p:cNvPr>
          <p:cNvSpPr/>
          <p:nvPr/>
        </p:nvSpPr>
        <p:spPr>
          <a:xfrm>
            <a:off x="120072" y="4644125"/>
            <a:ext cx="1043817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3.1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8974570F-2B93-4629-A043-2545F227A5A7}"/>
              </a:ext>
            </a:extLst>
          </p:cNvPr>
          <p:cNvSpPr/>
          <p:nvPr/>
        </p:nvSpPr>
        <p:spPr>
          <a:xfrm>
            <a:off x="120073" y="2214619"/>
            <a:ext cx="1357746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3.2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90F0529-EFDA-4F86-97BB-D5526F62EA7F}"/>
              </a:ext>
            </a:extLst>
          </p:cNvPr>
          <p:cNvSpPr/>
          <p:nvPr/>
        </p:nvSpPr>
        <p:spPr>
          <a:xfrm>
            <a:off x="4750573" y="4644125"/>
            <a:ext cx="1945554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3.3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도출</a:t>
            </a:r>
          </a:p>
        </p:txBody>
      </p:sp>
    </p:spTree>
    <p:extLst>
      <p:ext uri="{BB962C8B-B14F-4D97-AF65-F5344CB8AC3E}">
        <p14:creationId xmlns:p14="http://schemas.microsoft.com/office/powerpoint/2010/main" val="116657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9EB29B-7FA7-4824-82B9-FDE2BF61B270}"/>
              </a:ext>
            </a:extLst>
          </p:cNvPr>
          <p:cNvSpPr/>
          <p:nvPr/>
        </p:nvSpPr>
        <p:spPr>
          <a:xfrm>
            <a:off x="63122" y="361618"/>
            <a:ext cx="4616627" cy="2255422"/>
          </a:xfrm>
          <a:prstGeom prst="roundRect">
            <a:avLst>
              <a:gd name="adj" fmla="val 8662"/>
            </a:avLst>
          </a:prstGeom>
          <a:solidFill>
            <a:srgbClr val="EC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51567" y="-4754"/>
            <a:ext cx="12081164" cy="2602506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65741" y="15695"/>
            <a:ext cx="1204921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196" y="1264670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43" y="1201943"/>
            <a:ext cx="503434" cy="663842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10940999" y="1498518"/>
            <a:ext cx="2816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913" y="1194909"/>
            <a:ext cx="536141" cy="536141"/>
          </a:xfrm>
          <a:prstGeom prst="rect">
            <a:avLst/>
          </a:prstGeom>
        </p:spPr>
      </p:pic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>
            <a:off x="10963679" y="1587978"/>
            <a:ext cx="2706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601" y="795073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912137C-62BE-47B4-BF20-A6E44EE807A0}"/>
              </a:ext>
            </a:extLst>
          </p:cNvPr>
          <p:cNvGrpSpPr/>
          <p:nvPr/>
        </p:nvGrpSpPr>
        <p:grpSpPr>
          <a:xfrm>
            <a:off x="253357" y="873391"/>
            <a:ext cx="309376" cy="1244147"/>
            <a:chOff x="557509" y="3319197"/>
            <a:chExt cx="309376" cy="1244147"/>
          </a:xfrm>
        </p:grpSpPr>
        <p:pic>
          <p:nvPicPr>
            <p:cNvPr id="164" name="그림 163">
              <a:extLst>
                <a:ext uri="{FF2B5EF4-FFF2-40B4-BE49-F238E27FC236}">
                  <a16:creationId xmlns:a16="http://schemas.microsoft.com/office/drawing/2014/main" id="{5413F7AA-819B-49E8-A4C3-0984AE62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509" y="4196085"/>
              <a:ext cx="309376" cy="367259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178658B4-A5FE-475F-A4FC-D8F41D13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509" y="3757822"/>
              <a:ext cx="298119" cy="360067"/>
            </a:xfrm>
            <a:prstGeom prst="rect">
              <a:avLst/>
            </a:pr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D15F7C63-A22D-4420-BED4-C4D99CD91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509" y="3319197"/>
              <a:ext cx="297400" cy="367259"/>
            </a:xfrm>
            <a:prstGeom prst="rect">
              <a:avLst/>
            </a:prstGeom>
          </p:spPr>
        </p:pic>
      </p:grp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1C14342E-0DA0-4D4D-9850-C70B8CCEED32}"/>
              </a:ext>
            </a:extLst>
          </p:cNvPr>
          <p:cNvSpPr/>
          <p:nvPr/>
        </p:nvSpPr>
        <p:spPr>
          <a:xfrm>
            <a:off x="993562" y="1039679"/>
            <a:ext cx="239314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609E022-B4E3-4C70-86BC-DEBB8086825B}"/>
              </a:ext>
            </a:extLst>
          </p:cNvPr>
          <p:cNvSpPr/>
          <p:nvPr/>
        </p:nvSpPr>
        <p:spPr>
          <a:xfrm>
            <a:off x="1002798" y="1055233"/>
            <a:ext cx="2385989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7C9E907-E454-4A8F-B814-E78C068E3526}"/>
              </a:ext>
            </a:extLst>
          </p:cNvPr>
          <p:cNvSpPr txBox="1"/>
          <p:nvPr/>
        </p:nvSpPr>
        <p:spPr>
          <a:xfrm>
            <a:off x="1861472" y="1472715"/>
            <a:ext cx="1547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종합 분석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F0EE0B2E-785A-4C7E-BFA6-75A7F4613E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24" y="1075195"/>
            <a:ext cx="273820" cy="273820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620" y="1398494"/>
            <a:ext cx="745120" cy="520401"/>
          </a:xfrm>
          <a:prstGeom prst="rect">
            <a:avLst/>
          </a:prstGeom>
        </p:spPr>
      </p:pic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B4D82F7-6AD0-4EEA-8708-CCF641FBCE75}"/>
              </a:ext>
            </a:extLst>
          </p:cNvPr>
          <p:cNvCxnSpPr>
            <a:cxnSpLocks/>
          </p:cNvCxnSpPr>
          <p:nvPr/>
        </p:nvCxnSpPr>
        <p:spPr>
          <a:xfrm flipV="1">
            <a:off x="689114" y="1503449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6A23150-4FD5-4E05-891B-AA6AFF1B37C7}"/>
              </a:ext>
            </a:extLst>
          </p:cNvPr>
          <p:cNvCxnSpPr>
            <a:cxnSpLocks/>
          </p:cNvCxnSpPr>
          <p:nvPr/>
        </p:nvCxnSpPr>
        <p:spPr>
          <a:xfrm flipV="1">
            <a:off x="3507302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E9343B4-8C74-4585-A572-70F7CBD4D5A1}"/>
              </a:ext>
            </a:extLst>
          </p:cNvPr>
          <p:cNvSpPr/>
          <p:nvPr/>
        </p:nvSpPr>
        <p:spPr>
          <a:xfrm>
            <a:off x="1245785" y="2256553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 성향 및 정체성 분석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CC2A2369-CDFE-40B8-AB45-CA6ED13BEA3D}"/>
              </a:ext>
            </a:extLst>
          </p:cNvPr>
          <p:cNvSpPr/>
          <p:nvPr/>
        </p:nvSpPr>
        <p:spPr>
          <a:xfrm>
            <a:off x="3652798" y="1937868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27D76C30-1F09-48B2-88B7-56D1B0F2DBDC}"/>
              </a:ext>
            </a:extLst>
          </p:cNvPr>
          <p:cNvSpPr/>
          <p:nvPr/>
        </p:nvSpPr>
        <p:spPr>
          <a:xfrm>
            <a:off x="4757525" y="1930186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클러스터링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2FFAD2-64D3-49BC-8372-796C5F01A3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8312" y="1266382"/>
            <a:ext cx="504578" cy="50457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E18F6-4932-499B-9D64-4E84F1CE22BB}"/>
              </a:ext>
            </a:extLst>
          </p:cNvPr>
          <p:cNvSpPr/>
          <p:nvPr/>
        </p:nvSpPr>
        <p:spPr>
          <a:xfrm>
            <a:off x="175049" y="823831"/>
            <a:ext cx="3267103" cy="13649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0C5D092-F76C-44A6-B0FC-9DFC669E22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0477" y="1223686"/>
            <a:ext cx="593679" cy="593679"/>
          </a:xfrm>
          <a:prstGeom prst="rect">
            <a:avLst/>
          </a:prstGeom>
        </p:spPr>
      </p:pic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9BD09FDF-0059-4E2C-B3BA-19BDAF8A2CE8}"/>
              </a:ext>
            </a:extLst>
          </p:cNvPr>
          <p:cNvSpPr/>
          <p:nvPr/>
        </p:nvSpPr>
        <p:spPr>
          <a:xfrm>
            <a:off x="8671166" y="1092740"/>
            <a:ext cx="2184199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C074C245-F278-45FD-AE50-435A0E8B1C21}"/>
              </a:ext>
            </a:extLst>
          </p:cNvPr>
          <p:cNvSpPr/>
          <p:nvPr/>
        </p:nvSpPr>
        <p:spPr>
          <a:xfrm>
            <a:off x="8680402" y="1108294"/>
            <a:ext cx="2177664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54ABBB6-C506-44E4-9FF0-1A78F28E85A8}"/>
              </a:ext>
            </a:extLst>
          </p:cNvPr>
          <p:cNvSpPr txBox="1"/>
          <p:nvPr/>
        </p:nvSpPr>
        <p:spPr>
          <a:xfrm>
            <a:off x="9215811" y="1525776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가게에 어울리는 상권 </a:t>
            </a:r>
            <a: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 3</a:t>
            </a: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탐색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91046B54-73C3-4CF7-B53B-21600EB39D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0228" y="1128256"/>
            <a:ext cx="273820" cy="273820"/>
          </a:xfrm>
          <a:prstGeom prst="rect">
            <a:avLst/>
          </a:prstGeom>
        </p:spPr>
      </p:pic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CAC23E-AEFC-49F5-A2D6-324E3D9B45B8}"/>
              </a:ext>
            </a:extLst>
          </p:cNvPr>
          <p:cNvSpPr/>
          <p:nvPr/>
        </p:nvSpPr>
        <p:spPr>
          <a:xfrm>
            <a:off x="6117261" y="1935384"/>
            <a:ext cx="1125629" cy="342820"/>
          </a:xfrm>
          <a:prstGeom prst="roundRect">
            <a:avLst/>
          </a:prstGeom>
          <a:solidFill>
            <a:srgbClr val="F406C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유사도 검색 및 토픽 모델링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6" name="그림 215">
            <a:extLst>
              <a:ext uri="{FF2B5EF4-FFF2-40B4-BE49-F238E27FC236}">
                <a16:creationId xmlns:a16="http://schemas.microsoft.com/office/drawing/2014/main" id="{98DBF628-EAAC-41E2-A8B9-F2F62EF265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49" y="1326110"/>
            <a:ext cx="581823" cy="58182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9CEE79-D624-4281-9DF8-84C1A49A0A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9652" y="1201943"/>
            <a:ext cx="574193" cy="574193"/>
          </a:xfrm>
          <a:prstGeom prst="rect">
            <a:avLst/>
          </a:prstGeom>
        </p:spPr>
      </p:pic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EB82ED-52CF-4DCC-AFCF-EFA9748E703D}"/>
              </a:ext>
            </a:extLst>
          </p:cNvPr>
          <p:cNvSpPr/>
          <p:nvPr/>
        </p:nvSpPr>
        <p:spPr>
          <a:xfrm>
            <a:off x="7586747" y="1950142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정체성 레이블</a:t>
            </a:r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3C177ED-421F-4404-A916-514F5A4D6D03}"/>
              </a:ext>
            </a:extLst>
          </p:cNvPr>
          <p:cNvSpPr/>
          <p:nvPr/>
        </p:nvSpPr>
        <p:spPr>
          <a:xfrm>
            <a:off x="11134443" y="1768447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DDD908-5B3A-4863-9504-F91A8DA341C7}"/>
              </a:ext>
            </a:extLst>
          </p:cNvPr>
          <p:cNvSpPr/>
          <p:nvPr/>
        </p:nvSpPr>
        <p:spPr>
          <a:xfrm>
            <a:off x="60803" y="554719"/>
            <a:ext cx="1043817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3.1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90F0529-EFDA-4F86-97BB-D5526F62EA7F}"/>
              </a:ext>
            </a:extLst>
          </p:cNvPr>
          <p:cNvSpPr/>
          <p:nvPr/>
        </p:nvSpPr>
        <p:spPr>
          <a:xfrm>
            <a:off x="4691304" y="554719"/>
            <a:ext cx="1945554" cy="25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3.2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5FC95D74-4BF3-4521-98D9-D3CB813DB6E2}"/>
              </a:ext>
            </a:extLst>
          </p:cNvPr>
          <p:cNvCxnSpPr>
            <a:cxnSpLocks/>
          </p:cNvCxnSpPr>
          <p:nvPr/>
        </p:nvCxnSpPr>
        <p:spPr>
          <a:xfrm flipV="1">
            <a:off x="4582655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0E55230-822A-443C-A3BF-32B96146BEB5}"/>
              </a:ext>
            </a:extLst>
          </p:cNvPr>
          <p:cNvCxnSpPr>
            <a:cxnSpLocks/>
          </p:cNvCxnSpPr>
          <p:nvPr/>
        </p:nvCxnSpPr>
        <p:spPr>
          <a:xfrm flipV="1">
            <a:off x="5829779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26A6239-A697-4D99-94B3-F4832AA7B27A}"/>
              </a:ext>
            </a:extLst>
          </p:cNvPr>
          <p:cNvCxnSpPr>
            <a:cxnSpLocks/>
          </p:cNvCxnSpPr>
          <p:nvPr/>
        </p:nvCxnSpPr>
        <p:spPr>
          <a:xfrm flipV="1">
            <a:off x="7400181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B63E4D3-629D-44C6-9037-C555A155E123}"/>
              </a:ext>
            </a:extLst>
          </p:cNvPr>
          <p:cNvCxnSpPr>
            <a:cxnSpLocks/>
          </p:cNvCxnSpPr>
          <p:nvPr/>
        </p:nvCxnSpPr>
        <p:spPr>
          <a:xfrm flipV="1">
            <a:off x="8366909" y="1484977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BF8980-5C53-45BC-B55C-3954F1476183}"/>
              </a:ext>
            </a:extLst>
          </p:cNvPr>
          <p:cNvSpPr/>
          <p:nvPr/>
        </p:nvSpPr>
        <p:spPr>
          <a:xfrm>
            <a:off x="51567" y="3019109"/>
            <a:ext cx="6205300" cy="2103224"/>
          </a:xfrm>
          <a:prstGeom prst="roundRect">
            <a:avLst>
              <a:gd name="adj" fmla="val 3538"/>
            </a:avLst>
          </a:prstGeom>
          <a:noFill/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9B096A8-A97E-4FAB-BB9B-6D86990A0BFD}"/>
              </a:ext>
            </a:extLst>
          </p:cNvPr>
          <p:cNvSpPr/>
          <p:nvPr/>
        </p:nvSpPr>
        <p:spPr>
          <a:xfrm>
            <a:off x="65741" y="3039558"/>
            <a:ext cx="6188891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4.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분석</a:t>
            </a:r>
          </a:p>
        </p:txBody>
      </p:sp>
      <p:sp>
        <p:nvSpPr>
          <p:cNvPr id="163" name="Google Shape;93;p36">
            <a:extLst>
              <a:ext uri="{FF2B5EF4-FFF2-40B4-BE49-F238E27FC236}">
                <a16:creationId xmlns:a16="http://schemas.microsoft.com/office/drawing/2014/main" id="{6D4C6044-E46C-4FF1-A9C7-BD70EC8293A7}"/>
              </a:ext>
            </a:extLst>
          </p:cNvPr>
          <p:cNvSpPr/>
          <p:nvPr/>
        </p:nvSpPr>
        <p:spPr>
          <a:xfrm rot="5400000">
            <a:off x="2912881" y="4024265"/>
            <a:ext cx="808537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그림 3">
            <a:extLst>
              <a:ext uri="{FF2B5EF4-FFF2-40B4-BE49-F238E27FC236}">
                <a16:creationId xmlns:a16="http://schemas.microsoft.com/office/drawing/2014/main" id="{86631CCB-904B-4041-A044-1B14D357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82" y="3657351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136A709A-4B16-486A-8DA8-4416FED9E8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2559" y="3651059"/>
            <a:ext cx="347313" cy="347313"/>
          </a:xfrm>
          <a:prstGeom prst="rect">
            <a:avLst/>
          </a:prstGeom>
        </p:spPr>
      </p:pic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293933FA-D1EE-41FE-BEE2-7A45D4D9C20B}"/>
              </a:ext>
            </a:extLst>
          </p:cNvPr>
          <p:cNvSpPr/>
          <p:nvPr/>
        </p:nvSpPr>
        <p:spPr>
          <a:xfrm>
            <a:off x="206015" y="3825126"/>
            <a:ext cx="2831623" cy="927540"/>
          </a:xfrm>
          <a:prstGeom prst="roundRect">
            <a:avLst>
              <a:gd name="adj" fmla="val 3538"/>
            </a:avLst>
          </a:prstGeom>
          <a:solidFill>
            <a:schemeClr val="bg1"/>
          </a:solidFill>
          <a:ln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FB6EFD14-9972-4EDC-83BB-7216EFD25F50}"/>
              </a:ext>
            </a:extLst>
          </p:cNvPr>
          <p:cNvSpPr/>
          <p:nvPr/>
        </p:nvSpPr>
        <p:spPr>
          <a:xfrm>
            <a:off x="215250" y="3840680"/>
            <a:ext cx="2823151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en-US" altLang="ko-KR" sz="12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F62695-93D3-4B20-A71F-5AC2523A89E2}"/>
              </a:ext>
            </a:extLst>
          </p:cNvPr>
          <p:cNvSpPr txBox="1"/>
          <p:nvPr/>
        </p:nvSpPr>
        <p:spPr>
          <a:xfrm>
            <a:off x="1577259" y="4255559"/>
            <a:ext cx="16923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분석 결과와 상권 </a:t>
            </a:r>
            <a:br>
              <a:rPr lang="en-US" altLang="ko-KR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통합</a:t>
            </a:r>
            <a:endParaRPr lang="en-US" altLang="ko-KR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5680AEB3-D1C0-4BD2-97C3-CF8967C500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077" y="3860642"/>
            <a:ext cx="273820" cy="273820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FC79F756-02B0-4893-83F8-FC83CFAB18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8527" y="3998372"/>
            <a:ext cx="711175" cy="495063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0C64CA3-6EF3-4AFA-9FF2-16A3BDAF14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192" y="4255751"/>
            <a:ext cx="361445" cy="361445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BC6BEC4A-458F-447E-8EFA-CEDCCD793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42" y="4230506"/>
            <a:ext cx="312398" cy="411936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496ACECB-4637-490C-AA9F-04457DFAF2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9648" y="4209108"/>
            <a:ext cx="411937" cy="411937"/>
          </a:xfrm>
          <a:prstGeom prst="rect">
            <a:avLst/>
          </a:prstGeom>
        </p:spPr>
      </p:pic>
      <p:sp>
        <p:nvSpPr>
          <p:cNvPr id="179" name="더하기 기호 178">
            <a:extLst>
              <a:ext uri="{FF2B5EF4-FFF2-40B4-BE49-F238E27FC236}">
                <a16:creationId xmlns:a16="http://schemas.microsoft.com/office/drawing/2014/main" id="{CE94ACF8-4BBF-4CA4-AF35-5BB964842068}"/>
              </a:ext>
            </a:extLst>
          </p:cNvPr>
          <p:cNvSpPr/>
          <p:nvPr/>
        </p:nvSpPr>
        <p:spPr>
          <a:xfrm>
            <a:off x="555850" y="4306931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더하기 기호 179">
            <a:extLst>
              <a:ext uri="{FF2B5EF4-FFF2-40B4-BE49-F238E27FC236}">
                <a16:creationId xmlns:a16="http://schemas.microsoft.com/office/drawing/2014/main" id="{A28BA088-1118-4141-831D-039BC23C90E7}"/>
              </a:ext>
            </a:extLst>
          </p:cNvPr>
          <p:cNvSpPr/>
          <p:nvPr/>
        </p:nvSpPr>
        <p:spPr>
          <a:xfrm>
            <a:off x="1110233" y="4306931"/>
            <a:ext cx="252000" cy="252000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753CA012-8CDE-4D94-B9E9-01BC1B95D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046" y="4038860"/>
            <a:ext cx="536141" cy="536141"/>
          </a:xfrm>
          <a:prstGeom prst="rect">
            <a:avLst/>
          </a:prstGeom>
        </p:spPr>
      </p:pic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8BC3D0C-1207-45F7-934E-218B4AB31D74}"/>
              </a:ext>
            </a:extLst>
          </p:cNvPr>
          <p:cNvSpPr/>
          <p:nvPr/>
        </p:nvSpPr>
        <p:spPr>
          <a:xfrm>
            <a:off x="3645506" y="4654520"/>
            <a:ext cx="885179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6D81B9A-DFA6-4CA4-A9CF-FC38EDDAD4A6}"/>
              </a:ext>
            </a:extLst>
          </p:cNvPr>
          <p:cNvSpPr/>
          <p:nvPr/>
        </p:nvSpPr>
        <p:spPr>
          <a:xfrm>
            <a:off x="4830967" y="4644018"/>
            <a:ext cx="1286294" cy="342820"/>
          </a:xfrm>
          <a:prstGeom prst="roundRect">
            <a:avLst/>
          </a:prstGeom>
          <a:solidFill>
            <a:srgbClr val="FEE2E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4" name="더하기 기호 183">
            <a:extLst>
              <a:ext uri="{FF2B5EF4-FFF2-40B4-BE49-F238E27FC236}">
                <a16:creationId xmlns:a16="http://schemas.microsoft.com/office/drawing/2014/main" id="{522FABAF-5C44-4A2E-9020-3975C807C2F5}"/>
              </a:ext>
            </a:extLst>
          </p:cNvPr>
          <p:cNvSpPr/>
          <p:nvPr/>
        </p:nvSpPr>
        <p:spPr>
          <a:xfrm>
            <a:off x="4504107" y="4014109"/>
            <a:ext cx="540000" cy="540000"/>
          </a:xfrm>
          <a:prstGeom prst="mathPlus">
            <a:avLst/>
          </a:prstGeom>
          <a:solidFill>
            <a:srgbClr val="75A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672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8443</TotalTime>
  <Words>320</Words>
  <Application>Microsoft Office PowerPoint</Application>
  <PresentationFormat>와이드스크린</PresentationFormat>
  <Paragraphs>97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Wingdings</vt:lpstr>
      <vt:lpstr>Arial</vt:lpstr>
      <vt:lpstr>Malgun Gothic</vt:lpstr>
      <vt:lpstr>Pretendard</vt:lpstr>
      <vt:lpstr>Malgun Gothic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user</cp:lastModifiedBy>
  <cp:revision>109</cp:revision>
  <dcterms:created xsi:type="dcterms:W3CDTF">2025-04-16T05:57:00Z</dcterms:created>
  <dcterms:modified xsi:type="dcterms:W3CDTF">2026-07-23T08:17:01Z</dcterms:modified>
</cp:coreProperties>
</file>